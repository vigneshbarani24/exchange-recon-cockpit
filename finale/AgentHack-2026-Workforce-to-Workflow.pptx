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handoutMasterIdLst>
    <p:handoutMasterId r:id="rId13"/>
  </p:handoutMasterIdLst>
  <p:sldIdLst>
    <p:sldId id="337" r:id="rId5"/>
    <p:sldId id="354" r:id="rId6"/>
    <p:sldId id="342" r:id="rId7"/>
    <p:sldId id="372" r:id="rId8"/>
    <p:sldId id="374" r:id="rId9"/>
    <p:sldId id="375" r:id="rId10"/>
    <p:sldId id="370" r:id="rId1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1pPr>
    <a:lvl2pPr marL="0" marR="0" indent="457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2pPr>
    <a:lvl3pPr marL="0" marR="0" indent="914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3pPr>
    <a:lvl4pPr marL="0" marR="0" indent="1371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4pPr>
    <a:lvl5pPr marL="0" marR="0" indent="18288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5pPr>
    <a:lvl6pPr marL="0" marR="0" indent="22860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6pPr>
    <a:lvl7pPr marL="0" marR="0" indent="2743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7pPr>
    <a:lvl8pPr marL="0" marR="0" indent="3200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8pPr>
    <a:lvl9pPr marL="0" marR="0" indent="3657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9pPr>
  </p:defaultTextStyle>
  <p:extLst>
    <p:ext uri="{521415D9-36F7-43E2-AB2F-B90AF26B5E84}">
      <p14:sectionLst xmlns:p14="http://schemas.microsoft.com/office/powerpoint/2010/main">
        <p14:section name="Default Section" id="{6C324C1D-D0BD-8043-9069-CA71A62BB3BD}">
          <p14:sldIdLst>
            <p14:sldId id="337"/>
            <p14:sldId id="354"/>
            <p14:sldId id="342"/>
            <p14:sldId id="372"/>
            <p14:sldId id="374"/>
            <p14:sldId id="37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A2B3"/>
    <a:srgbClr val="C861C8"/>
    <a:srgbClr val="303434"/>
    <a:srgbClr val="434548"/>
    <a:srgbClr val="616161"/>
    <a:srgbClr val="B9B9B9"/>
    <a:srgbClr val="DADADA"/>
    <a:srgbClr val="F7F7F7"/>
    <a:srgbClr val="721372"/>
    <a:srgbClr val="FF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8FB54-9E15-1B4E-8570-EA08DE6115C5}" v="13" dt="2026-05-14T16:55:49.76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chemeClr val="accent4">
          <a:hueOff val="-839560"/>
          <a:satOff val="19935"/>
          <a:lumOff val="-15534"/>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DCECA"/>
          </a:solidFill>
        </a:fill>
      </a:tcStyle>
    </a:wholeTbl>
    <a:band2H>
      <a:tcTxStyle/>
      <a:tcStyle>
        <a:tcBdr/>
        <a:fill>
          <a:solidFill>
            <a:srgbClr val="FEE8E7"/>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00000"/>
              </a:solidFill>
              <a:prstDash val="solid"/>
              <a:round/>
            </a:ln>
          </a:left>
          <a:right>
            <a:ln w="9525" cap="flat">
              <a:solidFill>
                <a:srgbClr val="000000"/>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C65CD"/>
              </a:solidFill>
              <a:prstDash val="solid"/>
              <a:round/>
            </a:ln>
          </a:left>
          <a:right>
            <a:ln w="9525" cap="flat">
              <a:solidFill>
                <a:srgbClr val="0C65CD"/>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chemeClr val="accent6"/>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C65CD"/>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2CBD1"/>
          </a:solidFill>
        </a:fill>
      </a:tcStyle>
    </a:wholeTbl>
    <a:band2H>
      <a:tcTxStyle/>
      <a:tcStyle>
        <a:tcBdr/>
        <a:fill>
          <a:solidFill>
            <a:srgbClr val="F8E7E9"/>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CAD2ED"/>
          </a:solidFill>
        </a:fill>
      </a:tcStyle>
    </a:wholeTbl>
    <a:band2H>
      <a:tcTxStyle/>
      <a:tcStyle>
        <a:tcBdr/>
        <a:fill>
          <a:solidFill>
            <a:srgbClr val="E6EAF6"/>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hueOff val="-3600000"/>
              <a:lumOff val="3392"/>
            </a:schemeClr>
          </a:solid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30"/>
  </p:normalViewPr>
  <p:slideViewPr>
    <p:cSldViewPr snapToGrid="0">
      <p:cViewPr varScale="1">
        <p:scale>
          <a:sx n="113" d="100"/>
          <a:sy n="113" d="100"/>
        </p:scale>
        <p:origin x="808" y="176"/>
      </p:cViewPr>
      <p:guideLst/>
    </p:cSldViewPr>
  </p:slideViewPr>
  <p:notesTextViewPr>
    <p:cViewPr>
      <p:scale>
        <a:sx n="1" d="1"/>
        <a:sy n="1" d="1"/>
      </p:scale>
      <p:origin x="0" y="0"/>
    </p:cViewPr>
  </p:notesTextViewPr>
  <p:sorterViewPr>
    <p:cViewPr>
      <p:scale>
        <a:sx n="100" d="100"/>
        <a:sy n="100" d="100"/>
      </p:scale>
      <p:origin x="0" y="-769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6FAA0A-FC1C-16A3-947D-27CA299F0C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T"/>
          </a:p>
        </p:txBody>
      </p:sp>
      <p:sp>
        <p:nvSpPr>
          <p:cNvPr id="3" name="Date Placeholder 2">
            <a:extLst>
              <a:ext uri="{FF2B5EF4-FFF2-40B4-BE49-F238E27FC236}">
                <a16:creationId xmlns:a16="http://schemas.microsoft.com/office/drawing/2014/main" id="{70307311-BDEC-D4A7-5DDC-01B587EB82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8BDA8-95A5-5741-9E04-1D392DE0C9D6}" type="datetimeFigureOut">
              <a:rPr lang="en-MT" smtClean="0"/>
              <a:t>05/14/2026</a:t>
            </a:fld>
            <a:endParaRPr lang="en-MT"/>
          </a:p>
        </p:txBody>
      </p:sp>
      <p:sp>
        <p:nvSpPr>
          <p:cNvPr id="4" name="Footer Placeholder 3">
            <a:extLst>
              <a:ext uri="{FF2B5EF4-FFF2-40B4-BE49-F238E27FC236}">
                <a16:creationId xmlns:a16="http://schemas.microsoft.com/office/drawing/2014/main" id="{E3FCE49B-559A-A90A-CAF1-B34EC18C78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T"/>
          </a:p>
        </p:txBody>
      </p:sp>
      <p:sp>
        <p:nvSpPr>
          <p:cNvPr id="5" name="Slide Number Placeholder 4">
            <a:extLst>
              <a:ext uri="{FF2B5EF4-FFF2-40B4-BE49-F238E27FC236}">
                <a16:creationId xmlns:a16="http://schemas.microsoft.com/office/drawing/2014/main" id="{DE2AC87E-DA3E-6219-6F13-32E821153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EB7B2-FA3B-F342-8F52-824AF5CBEE2B}" type="slidenum">
              <a:rPr lang="en-MT" smtClean="0"/>
              <a:t>‹#›</a:t>
            </a:fld>
            <a:endParaRPr lang="en-MT"/>
          </a:p>
        </p:txBody>
      </p:sp>
    </p:spTree>
    <p:extLst>
      <p:ext uri="{BB962C8B-B14F-4D97-AF65-F5344CB8AC3E}">
        <p14:creationId xmlns:p14="http://schemas.microsoft.com/office/powerpoint/2010/main" val="3438606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8" name="Shape 133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339" name="Shape 133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defRPr sz="1200" b="0" i="0">
        <a:latin typeface="Arial" panose="020B0604020202020204" pitchFamily="34" charset="0"/>
        <a:ea typeface="+mn-ea"/>
        <a:cs typeface="Arial" panose="020B0604020202020204" pitchFamily="34" charset="0"/>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 Id="rId3" Type="http://schemas.openxmlformats.org/officeDocument/2006/relationships/image" Target="../media/image3.emf"/><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 Id="rId3" Type="http://schemas.openxmlformats.org/officeDocument/2006/relationships/image" Target="../media/image8.emf"/><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 Id="rId3"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emf"/><Relationship Id="rId3"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14.png"/><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A73C4D-E2FF-BC90-DBF6-09E2EA6F6D72}"/>
              </a:ext>
            </a:extLst>
          </p:cNvPr>
          <p:cNvPicPr>
            <a:picLocks noChangeAspect="1"/>
          </p:cNvPicPr>
          <p:nvPr userDrawn="1"/>
        </p:nvPicPr>
        <p:blipFill>
          <a:blip r:embed="rId2"/>
          <a:stretch>
            <a:fillRect/>
          </a:stretch>
        </p:blipFill>
        <p:spPr>
          <a:xfrm>
            <a:off x="10197670" y="5461000"/>
            <a:ext cx="1816100" cy="1206500"/>
          </a:xfrm>
          <a:prstGeom prst="rect">
            <a:avLst/>
          </a:prstGeom>
        </p:spPr>
      </p:pic>
      <p:pic>
        <p:nvPicPr>
          <p:cNvPr id="5" name="Picture 4">
            <a:extLst>
              <a:ext uri="{FF2B5EF4-FFF2-40B4-BE49-F238E27FC236}">
                <a16:creationId xmlns:a16="http://schemas.microsoft.com/office/drawing/2014/main" id="{6169F764-5DCA-C9B6-5696-0A62DF5AD932}"/>
              </a:ext>
            </a:extLst>
          </p:cNvPr>
          <p:cNvPicPr>
            <a:picLocks noChangeAspect="1"/>
          </p:cNvPicPr>
          <p:nvPr userDrawn="1"/>
        </p:nvPicPr>
        <p:blipFill>
          <a:blip r:embed="rId3"/>
          <a:stretch>
            <a:fillRect/>
          </a:stretch>
        </p:blipFill>
        <p:spPr>
          <a:xfrm>
            <a:off x="165529" y="190499"/>
            <a:ext cx="1816100" cy="1206500"/>
          </a:xfrm>
          <a:prstGeom prst="rect">
            <a:avLst/>
          </a:prstGeom>
        </p:spPr>
      </p:pic>
      <p:sp>
        <p:nvSpPr>
          <p:cNvPr id="16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163"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164" name="Presentation subtitle goes here."/>
          <p:cNvSpPr txBox="1">
            <a:spLocks noGrp="1"/>
          </p:cNvSpPr>
          <p:nvPr>
            <p:ph type="body" sz="quarter" idx="21" hasCustomPrompt="1"/>
          </p:nvPr>
        </p:nvSpPr>
        <p:spPr>
          <a:xfrm>
            <a:off x="640800" y="5850000"/>
            <a:ext cx="3818481" cy="630165"/>
          </a:xfrm>
          <a:prstGeom prst="rect">
            <a:avLst/>
          </a:prstGeom>
        </p:spPr>
        <p:txBody>
          <a:bodyPr lIns="0" tIns="0" rIns="0" bIns="0"/>
          <a:lstStyle>
            <a:lvl1pPr>
              <a:lnSpc>
                <a:spcPts val="1000"/>
              </a:lnSpc>
              <a:spcBef>
                <a:spcPts val="0"/>
              </a:spcBef>
              <a:tabLst>
                <a:tab pos="2222500" algn="l"/>
              </a:tabLst>
              <a:defRPr sz="700" spc="-25">
                <a:solidFill>
                  <a:srgbClr val="A32200"/>
                </a:solidFill>
              </a:defRPr>
            </a:lvl1pPr>
          </a:lstStyle>
          <a:p>
            <a:r>
              <a:rPr dirty="0"/>
              <a:t>Presentation subtitle goes here.</a:t>
            </a:r>
          </a:p>
        </p:txBody>
      </p:sp>
      <p:sp>
        <p:nvSpPr>
          <p:cNvPr id="166" name="Presentation subtitle goes here."/>
          <p:cNvSpPr txBox="1">
            <a:spLocks noGrp="1"/>
          </p:cNvSpPr>
          <p:nvPr>
            <p:ph type="body" sz="quarter" idx="23" hasCustomPrompt="1"/>
          </p:nvPr>
        </p:nvSpPr>
        <p:spPr>
          <a:xfrm>
            <a:off x="640800" y="4574120"/>
            <a:ext cx="8822225" cy="914427"/>
          </a:xfrm>
          <a:prstGeom prst="rect">
            <a:avLst/>
          </a:prstGeom>
        </p:spPr>
        <p:txBody>
          <a:bodyPr lIns="0" tIns="0" rIns="0" bIns="0"/>
          <a:lstStyle>
            <a:lvl1pPr>
              <a:lnSpc>
                <a:spcPts val="2000"/>
              </a:lnSpc>
              <a:spcBef>
                <a:spcPts val="0"/>
              </a:spcBef>
              <a:tabLst>
                <a:tab pos="2222500" algn="l"/>
              </a:tabLst>
              <a:defRPr sz="2000" spc="-71">
                <a:solidFill>
                  <a:schemeClr val="bg1"/>
                </a:solidFill>
              </a:defRPr>
            </a:lvl1pPr>
          </a:lstStyle>
          <a:p>
            <a:r>
              <a:rPr dirty="0"/>
              <a:t>Presentation subtitle goes here.</a:t>
            </a:r>
          </a:p>
        </p:txBody>
      </p:sp>
      <p:sp>
        <p:nvSpPr>
          <p:cNvPr id="10" name="Subtitle 2">
            <a:extLst>
              <a:ext uri="{FF2B5EF4-FFF2-40B4-BE49-F238E27FC236}">
                <a16:creationId xmlns:a16="http://schemas.microsoft.com/office/drawing/2014/main" id="{2F44458A-4D04-C6D0-24DA-103FE0768467}"/>
              </a:ext>
            </a:extLst>
          </p:cNvPr>
          <p:cNvSpPr>
            <a:spLocks noGrp="1"/>
          </p:cNvSpPr>
          <p:nvPr>
            <p:ph type="subTitle" idx="1" hasCustomPrompt="1"/>
          </p:nvPr>
        </p:nvSpPr>
        <p:spPr>
          <a:xfrm>
            <a:off x="644227" y="2845823"/>
            <a:ext cx="8820000" cy="1513235"/>
          </a:xfrm>
          <a:prstGeom prst="rect">
            <a:avLst/>
          </a:prstGeom>
        </p:spPr>
        <p:txBody>
          <a:bodyPr wrap="square" lIns="0" tIns="0" rIns="0" bIns="0" anchor="t" anchorCtr="0">
            <a:noAutofit/>
          </a:bodyPr>
          <a:lstStyle>
            <a:lvl1pPr marL="0" indent="0" algn="l">
              <a:lnSpc>
                <a:spcPts val="5500"/>
              </a:lnSpc>
              <a:spcBef>
                <a:spcPts val="800"/>
              </a:spcBef>
              <a:buNone/>
              <a:defRPr sz="6000" b="1" i="0" spc="-3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Presentation title</a:t>
            </a:r>
          </a:p>
          <a:p>
            <a:r>
              <a:rPr lang="en-US" dirty="0"/>
              <a:t>goes here.</a:t>
            </a:r>
          </a:p>
        </p:txBody>
      </p:sp>
      <p:pic>
        <p:nvPicPr>
          <p:cNvPr id="2" name="Picture 1">
            <a:extLst>
              <a:ext uri="{FF2B5EF4-FFF2-40B4-BE49-F238E27FC236}">
                <a16:creationId xmlns:a16="http://schemas.microsoft.com/office/drawing/2014/main" id="{D3154DDD-3D9A-5E49-4676-55F39F4870EE}"/>
              </a:ext>
            </a:extLst>
          </p:cNvPr>
          <p:cNvPicPr>
            <a:picLocks noChangeAspect="1"/>
          </p:cNvPicPr>
          <p:nvPr userDrawn="1"/>
        </p:nvPicPr>
        <p:blipFill>
          <a:blip r:embed="rId4"/>
          <a:stretch>
            <a:fillRect/>
          </a:stretch>
        </p:blipFill>
        <p:spPr>
          <a:xfrm>
            <a:off x="10121449" y="507429"/>
            <a:ext cx="1496116" cy="748058"/>
          </a:xfrm>
          <a:prstGeom prst="rect">
            <a:avLst/>
          </a:prstGeom>
        </p:spPr>
      </p:pic>
    </p:spTree>
    <p:extLst>
      <p:ext uri="{BB962C8B-B14F-4D97-AF65-F5344CB8AC3E}">
        <p14:creationId xmlns:p14="http://schemas.microsoft.com/office/powerpoint/2010/main" val="81060303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0BA2B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F7324-CA8B-196E-4623-63A5CEE8EAF1}"/>
              </a:ext>
            </a:extLst>
          </p:cNvPr>
          <p:cNvPicPr>
            <a:picLocks noChangeAspect="1"/>
          </p:cNvPicPr>
          <p:nvPr userDrawn="1"/>
        </p:nvPicPr>
        <p:blipFill>
          <a:blip r:embed="rId2"/>
          <a:stretch>
            <a:fillRect/>
          </a:stretch>
        </p:blipFill>
        <p:spPr>
          <a:xfrm>
            <a:off x="10489770" y="5461000"/>
            <a:ext cx="1524000" cy="1206500"/>
          </a:xfrm>
          <a:prstGeom prst="rect">
            <a:avLst/>
          </a:prstGeom>
        </p:spPr>
      </p:pic>
      <p:sp>
        <p:nvSpPr>
          <p:cNvPr id="40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404" name="Presentation subtitle goes here."/>
          <p:cNvSpPr txBox="1">
            <a:spLocks noGrp="1"/>
          </p:cNvSpPr>
          <p:nvPr>
            <p:ph type="body" sz="quarter" idx="22" hasCustomPrompt="1"/>
          </p:nvPr>
        </p:nvSpPr>
        <p:spPr>
          <a:xfrm>
            <a:off x="640800" y="5886454"/>
            <a:ext cx="8280000" cy="451754"/>
          </a:xfrm>
          <a:prstGeom prst="rect">
            <a:avLst/>
          </a:prstGeom>
        </p:spPr>
        <p:txBody>
          <a:bodyPr lIns="0" tIns="0" rIns="0" bIns="0"/>
          <a:lstStyle>
            <a:lvl1pPr>
              <a:lnSpc>
                <a:spcPts val="1500"/>
              </a:lnSpc>
              <a:spcBef>
                <a:spcPts val="0"/>
              </a:spcBef>
              <a:tabLst>
                <a:tab pos="2222500" algn="l"/>
              </a:tabLst>
              <a:defRPr sz="1500" spc="-53">
                <a:solidFill>
                  <a:schemeClr val="bg1"/>
                </a:solidFill>
              </a:defRPr>
            </a:lvl1pPr>
          </a:lstStyle>
          <a:p>
            <a:r>
              <a:rPr dirty="0"/>
              <a:t>Presentation subtitle goes here.</a:t>
            </a:r>
          </a:p>
        </p:txBody>
      </p:sp>
      <p:sp>
        <p:nvSpPr>
          <p:cNvPr id="411"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2" name="Title 1">
            <a:extLst>
              <a:ext uri="{FF2B5EF4-FFF2-40B4-BE49-F238E27FC236}">
                <a16:creationId xmlns:a16="http://schemas.microsoft.com/office/drawing/2014/main" id="{C47FAC7F-2270-BA58-47C4-1CCA98AFDC48}"/>
              </a:ext>
            </a:extLst>
          </p:cNvPr>
          <p:cNvSpPr>
            <a:spLocks noGrp="1"/>
          </p:cNvSpPr>
          <p:nvPr>
            <p:ph type="title" hasCustomPrompt="1"/>
          </p:nvPr>
        </p:nvSpPr>
        <p:spPr>
          <a:xfrm>
            <a:off x="640800" y="4843803"/>
            <a:ext cx="8280000" cy="1037888"/>
          </a:xfrm>
          <a:prstGeom prst="rect">
            <a:avLst/>
          </a:prstGeom>
        </p:spPr>
        <p:txBody>
          <a:bodyPr lIns="0" tIns="0" rIns="0" bIns="0"/>
          <a:lstStyle>
            <a:lvl1pPr>
              <a:lnSpc>
                <a:spcPts val="4000"/>
              </a:lnSpc>
              <a:spcBef>
                <a:spcPts val="0"/>
              </a:spcBef>
              <a:defRPr sz="4000" spc="-220" baseline="0">
                <a:solidFill>
                  <a:srgbClr val="FFFFFF"/>
                </a:solidFill>
              </a:defRPr>
            </a:lvl1pPr>
          </a:lstStyle>
          <a:p>
            <a:r>
              <a:rPr lang="en-GB" dirty="0"/>
              <a:t>Presentation title goes here</a:t>
            </a:r>
            <a:br>
              <a:rPr lang="en-GB" dirty="0"/>
            </a:br>
            <a:r>
              <a:rPr lang="en-GB" dirty="0"/>
              <a:t>in maximum 2 lines.</a:t>
            </a:r>
            <a:endParaRPr lang="en-RS" dirty="0"/>
          </a:p>
        </p:txBody>
      </p:sp>
      <p:pic>
        <p:nvPicPr>
          <p:cNvPr id="6" name="Picture 5">
            <a:extLst>
              <a:ext uri="{FF2B5EF4-FFF2-40B4-BE49-F238E27FC236}">
                <a16:creationId xmlns:a16="http://schemas.microsoft.com/office/drawing/2014/main" id="{133CDE45-56ED-B37C-C67D-C43BC1CBB0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616196" y="435122"/>
            <a:ext cx="1116970" cy="363664"/>
          </a:xfrm>
          <a:prstGeom prst="rect">
            <a:avLst/>
          </a:prstGeom>
        </p:spPr>
      </p:pic>
    </p:spTree>
    <p:extLst>
      <p:ext uri="{BB962C8B-B14F-4D97-AF65-F5344CB8AC3E}">
        <p14:creationId xmlns:p14="http://schemas.microsoft.com/office/powerpoint/2010/main" val="370291974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85484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B8B9E036-63B8-BABD-33F1-5BC9082BA90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7484295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8094EDF9-0B9F-F29C-3C80-EFBD9E4D6C49}"/>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84167BFE-ED3C-83B8-FECA-185F5C7BA577}"/>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26924384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B5EC6-D35A-10B8-5EA0-50BF83AD45B9}"/>
              </a:ext>
            </a:extLst>
          </p:cNvPr>
          <p:cNvSpPr>
            <a:spLocks noGrp="1"/>
          </p:cNvSpPr>
          <p:nvPr>
            <p:ph type="title" hasCustomPrompt="1"/>
          </p:nvPr>
        </p:nvSpPr>
        <p:spPr/>
        <p:txBody>
          <a:bodyPr/>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9269A480-B1A1-5C47-6F30-1A57779A5887}"/>
              </a:ext>
            </a:extLst>
          </p:cNvPr>
          <p:cNvSpPr>
            <a:spLocks noGrp="1"/>
          </p:cNvSpPr>
          <p:nvPr>
            <p:ph type="sldNum" sz="quarter" idx="10"/>
          </p:nvPr>
        </p:nvSpPr>
        <p:spPr/>
        <p:txBody>
          <a:bodyPr/>
          <a:lstStyle/>
          <a:p>
            <a:fld id="{86CB4B4D-7CA3-9044-876B-883B54F8677D}" type="slidenum">
              <a:rPr lang="en-MT" smtClean="0"/>
              <a:t>‹#›</a:t>
            </a:fld>
            <a:endParaRPr lang="en-MT" dirty="0"/>
          </a:p>
        </p:txBody>
      </p:sp>
    </p:spTree>
    <p:extLst>
      <p:ext uri="{BB962C8B-B14F-4D97-AF65-F5344CB8AC3E}">
        <p14:creationId xmlns:p14="http://schemas.microsoft.com/office/powerpoint/2010/main" val="1437223348"/>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A37C948F-854A-8FBB-50DD-E5D312C9C27A}"/>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AA22D9B2-02EB-3F5D-FE5D-896350F8429D}"/>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63116697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Headline only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0F83599E-08BA-C7BD-E23C-5534343B05C5}"/>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28ED4990-B85C-39F0-60DA-A271B7492A1E}"/>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4411045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Conten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F7E67D-18D5-6A8D-7953-FEA5113E7AB7}"/>
              </a:ext>
            </a:extLst>
          </p:cNvPr>
          <p:cNvPicPr>
            <a:picLocks noChangeAspect="1"/>
          </p:cNvPicPr>
          <p:nvPr userDrawn="1"/>
        </p:nvPicPr>
        <p:blipFill>
          <a:blip r:embed="rId2"/>
          <a:stretch>
            <a:fillRect/>
          </a:stretch>
        </p:blipFill>
        <p:spPr>
          <a:xfrm>
            <a:off x="6089650" y="0"/>
            <a:ext cx="6089650" cy="2087592"/>
          </a:xfrm>
          <a:prstGeom prst="rect">
            <a:avLst/>
          </a:prstGeom>
        </p:spPr>
      </p:pic>
      <p:pic>
        <p:nvPicPr>
          <p:cNvPr id="7" name="Picture 6">
            <a:extLst>
              <a:ext uri="{FF2B5EF4-FFF2-40B4-BE49-F238E27FC236}">
                <a16:creationId xmlns:a16="http://schemas.microsoft.com/office/drawing/2014/main" id="{B02CA3FB-76AE-FD67-66CE-9977642A8241}"/>
              </a:ext>
            </a:extLst>
          </p:cNvPr>
          <p:cNvPicPr>
            <a:picLocks noChangeAspect="1"/>
          </p:cNvPicPr>
          <p:nvPr userDrawn="1"/>
        </p:nvPicPr>
        <p:blipFill>
          <a:blip r:embed="rId3"/>
          <a:stretch>
            <a:fillRect/>
          </a:stretch>
        </p:blipFill>
        <p:spPr>
          <a:xfrm>
            <a:off x="0" y="2692400"/>
            <a:ext cx="4178300" cy="4165600"/>
          </a:xfrm>
          <a:prstGeom prst="rect">
            <a:avLst/>
          </a:prstGeom>
        </p:spPr>
      </p:pic>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lvl1pPr>
              <a:defRPr>
                <a:solidFill>
                  <a:schemeClr val="bg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noChangeAspect="1"/>
          </p:cNvSpPr>
          <p:nvPr>
            <p:ph type="body" sz="quarter" idx="15" hasCustomPrompt="1"/>
          </p:nvPr>
        </p:nvSpPr>
        <p:spPr>
          <a:xfrm>
            <a:off x="36000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CF5A879-E102-A7F6-E438-DA657371CA28}"/>
              </a:ext>
            </a:extLst>
          </p:cNvPr>
          <p:cNvSpPr>
            <a:spLocks noGrp="1" noChangeAspect="1"/>
          </p:cNvSpPr>
          <p:nvPr>
            <p:ph type="body" sz="quarter" idx="17" hasCustomPrompt="1"/>
          </p:nvPr>
        </p:nvSpPr>
        <p:spPr>
          <a:xfrm>
            <a:off x="608965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5" name="Content Placeholder 2">
            <a:extLst>
              <a:ext uri="{FF2B5EF4-FFF2-40B4-BE49-F238E27FC236}">
                <a16:creationId xmlns:a16="http://schemas.microsoft.com/office/drawing/2014/main" id="{89492F2E-9B45-D3A3-949A-69F4E3A117F0}"/>
              </a:ext>
            </a:extLst>
          </p:cNvPr>
          <p:cNvSpPr>
            <a:spLocks noGrp="1"/>
          </p:cNvSpPr>
          <p:nvPr>
            <p:ph idx="18"/>
          </p:nvPr>
        </p:nvSpPr>
        <p:spPr>
          <a:xfrm>
            <a:off x="608965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26">
            <a:extLst>
              <a:ext uri="{FF2B5EF4-FFF2-40B4-BE49-F238E27FC236}">
                <a16:creationId xmlns:a16="http://schemas.microsoft.com/office/drawing/2014/main" id="{568F95BD-C79E-1D24-6A04-74C72803F653}"/>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10" name="Picture 9">
            <a:extLst>
              <a:ext uri="{FF2B5EF4-FFF2-40B4-BE49-F238E27FC236}">
                <a16:creationId xmlns:a16="http://schemas.microsoft.com/office/drawing/2014/main" id="{948CE9FC-0B4F-2C3E-032C-662E264555D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67661" y="404660"/>
            <a:ext cx="1063903" cy="346387"/>
          </a:xfrm>
          <a:prstGeom prst="rect">
            <a:avLst/>
          </a:prstGeom>
        </p:spPr>
      </p:pic>
    </p:spTree>
    <p:extLst>
      <p:ext uri="{BB962C8B-B14F-4D97-AF65-F5344CB8AC3E}">
        <p14:creationId xmlns:p14="http://schemas.microsoft.com/office/powerpoint/2010/main" val="175258455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E5D8D0-80F5-51A5-1B07-109FA11D2876}"/>
              </a:ext>
            </a:extLst>
          </p:cNvPr>
          <p:cNvPicPr>
            <a:picLocks noChangeAspect="1"/>
          </p:cNvPicPr>
          <p:nvPr userDrawn="1"/>
        </p:nvPicPr>
        <p:blipFill>
          <a:blip r:embed="rId2"/>
          <a:stretch>
            <a:fillRect/>
          </a:stretch>
        </p:blipFill>
        <p:spPr>
          <a:xfrm>
            <a:off x="0" y="0"/>
            <a:ext cx="7567885" cy="6858000"/>
          </a:xfrm>
          <a:prstGeom prst="rect">
            <a:avLst/>
          </a:prstGeom>
        </p:spPr>
      </p:pic>
      <p:sp>
        <p:nvSpPr>
          <p:cNvPr id="771" name="Slide Number"/>
          <p:cNvSpPr txBox="1">
            <a:spLocks noGrp="1"/>
          </p:cNvSpPr>
          <p:nvPr>
            <p:ph type="sldNum" sz="quarter" idx="2"/>
          </p:nvPr>
        </p:nvSpPr>
        <p:spPr>
          <a:xfrm>
            <a:off x="11574470" y="6480000"/>
            <a:ext cx="157094" cy="153888"/>
          </a:xfrm>
          <a:prstGeom prst="rect">
            <a:avLst/>
          </a:prstGeom>
        </p:spPr>
        <p:txBody>
          <a:bodyPr/>
          <a:lstStyle>
            <a:lvl1pPr>
              <a:defRPr>
                <a:solidFill>
                  <a:schemeClr val="tx1"/>
                </a:solidFill>
              </a:defRPr>
            </a:lvl1pPr>
          </a:lstStyle>
          <a:p>
            <a:fld id="{86CB4B4D-7CA3-9044-876B-883B54F8677D}" type="slidenum">
              <a:rPr lang="en-MT" smtClean="0"/>
              <a:pPr/>
              <a:t>‹#›</a:t>
            </a:fld>
            <a:endParaRPr lang="en-MT"/>
          </a:p>
        </p:txBody>
      </p:sp>
      <p:sp>
        <p:nvSpPr>
          <p:cNvPr id="2" name="Title 1">
            <a:extLst>
              <a:ext uri="{FF2B5EF4-FFF2-40B4-BE49-F238E27FC236}">
                <a16:creationId xmlns:a16="http://schemas.microsoft.com/office/drawing/2014/main" id="{9D122760-6141-1BBA-A1C0-71FC81DE61D6}"/>
              </a:ext>
            </a:extLst>
          </p:cNvPr>
          <p:cNvSpPr>
            <a:spLocks noGrp="1"/>
          </p:cNvSpPr>
          <p:nvPr>
            <p:ph type="title" hasCustomPrompt="1"/>
          </p:nvPr>
        </p:nvSpPr>
        <p:spPr>
          <a:xfrm>
            <a:off x="359999" y="1674394"/>
            <a:ext cx="5040000" cy="900000"/>
          </a:xfrm>
          <a:prstGeom prst="rect">
            <a:avLst/>
          </a:prstGeom>
        </p:spPr>
        <p:txBody>
          <a:bodyPr/>
          <a:lstStyle>
            <a:lvl1pPr>
              <a:lnSpc>
                <a:spcPts val="3000"/>
              </a:lnSpc>
              <a:spcBef>
                <a:spcPts val="0"/>
              </a:spcBef>
              <a:defRPr sz="3000" spc="-150" baseline="0">
                <a:solidFill>
                  <a:schemeClr val="bg1"/>
                </a:solidFill>
              </a:defRPr>
            </a:lvl1pPr>
          </a:lstStyle>
          <a:p>
            <a:r>
              <a:rPr lang="en-GB" dirty="0"/>
              <a:t>Headline goes here.</a:t>
            </a:r>
            <a:br>
              <a:rPr lang="en-GB" dirty="0"/>
            </a:br>
            <a:r>
              <a:rPr lang="en-GB" dirty="0"/>
              <a:t>Maximum in 2 lines.</a:t>
            </a:r>
            <a:endParaRPr lang="en-RS" dirty="0"/>
          </a:p>
        </p:txBody>
      </p:sp>
      <p:sp>
        <p:nvSpPr>
          <p:cNvPr id="6" name="Text Placeholder 5">
            <a:extLst>
              <a:ext uri="{FF2B5EF4-FFF2-40B4-BE49-F238E27FC236}">
                <a16:creationId xmlns:a16="http://schemas.microsoft.com/office/drawing/2014/main" id="{692E8514-1FD9-1D48-F636-D07CF9B3E97F}"/>
              </a:ext>
            </a:extLst>
          </p:cNvPr>
          <p:cNvSpPr>
            <a:spLocks noGrp="1"/>
          </p:cNvSpPr>
          <p:nvPr>
            <p:ph type="body" sz="quarter" idx="25" hasCustomPrompt="1"/>
          </p:nvPr>
        </p:nvSpPr>
        <p:spPr>
          <a:xfrm>
            <a:off x="6480000" y="1674393"/>
            <a:ext cx="5040000" cy="900000"/>
          </a:xfrm>
          <a:prstGeom prst="rect">
            <a:avLst/>
          </a:prstGeom>
        </p:spPr>
        <p:txBody>
          <a:bodyPr lIns="0" tIns="0" rIns="0" bIns="0"/>
          <a:lstStyle>
            <a:lvl1pPr>
              <a:lnSpc>
                <a:spcPts val="3000"/>
              </a:lnSpc>
              <a:spcBef>
                <a:spcPts val="0"/>
              </a:spcBef>
              <a:defRPr sz="3000" b="1" i="0" spc="-150" baseline="0">
                <a:solidFill>
                  <a:srgbClr val="FFFFFF"/>
                </a:solidFill>
                <a:latin typeface="Arial" panose="020B0604020202020204" pitchFamily="34" charset="0"/>
                <a:cs typeface="Arial" panose="020B0604020202020204" pitchFamily="34" charset="0"/>
              </a:defRPr>
            </a:lvl1pPr>
          </a:lstStyle>
          <a:p>
            <a:pPr lvl="0"/>
            <a:r>
              <a:rPr lang="en-GB" dirty="0"/>
              <a:t>Headline goes here.</a:t>
            </a:r>
          </a:p>
          <a:p>
            <a:pPr lvl="0"/>
            <a:r>
              <a:rPr lang="en-GB" dirty="0"/>
              <a:t>Maximum in 2 lines.</a:t>
            </a:r>
            <a:endParaRPr lang="en-RS" dirty="0"/>
          </a:p>
        </p:txBody>
      </p:sp>
      <p:sp>
        <p:nvSpPr>
          <p:cNvPr id="8" name="Text Placeholder 7">
            <a:extLst>
              <a:ext uri="{FF2B5EF4-FFF2-40B4-BE49-F238E27FC236}">
                <a16:creationId xmlns:a16="http://schemas.microsoft.com/office/drawing/2014/main" id="{39CEBE2D-F2C3-88C0-3F92-6DB010B000A0}"/>
              </a:ext>
            </a:extLst>
          </p:cNvPr>
          <p:cNvSpPr>
            <a:spLocks noGrp="1"/>
          </p:cNvSpPr>
          <p:nvPr>
            <p:ph type="body" sz="quarter" idx="26" hasCustomPrompt="1"/>
          </p:nvPr>
        </p:nvSpPr>
        <p:spPr>
          <a:xfrm>
            <a:off x="648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rgbClr val="FFFFFF"/>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10" name="Text Placeholder 9">
            <a:extLst>
              <a:ext uri="{FF2B5EF4-FFF2-40B4-BE49-F238E27FC236}">
                <a16:creationId xmlns:a16="http://schemas.microsoft.com/office/drawing/2014/main" id="{81C44C58-2ED7-4D46-7596-BC9E68CD7429}"/>
              </a:ext>
            </a:extLst>
          </p:cNvPr>
          <p:cNvSpPr>
            <a:spLocks noGrp="1"/>
          </p:cNvSpPr>
          <p:nvPr>
            <p:ph type="body" sz="quarter" idx="27" hasCustomPrompt="1"/>
          </p:nvPr>
        </p:nvSpPr>
        <p:spPr>
          <a:xfrm>
            <a:off x="36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chemeClr val="bg1"/>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4" name="Rectangle 26">
            <a:extLst>
              <a:ext uri="{FF2B5EF4-FFF2-40B4-BE49-F238E27FC236}">
                <a16:creationId xmlns:a16="http://schemas.microsoft.com/office/drawing/2014/main" id="{AC0B41AC-E660-039B-D957-02D6B6044830}"/>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3" name="Picture 2">
            <a:extLst>
              <a:ext uri="{FF2B5EF4-FFF2-40B4-BE49-F238E27FC236}">
                <a16:creationId xmlns:a16="http://schemas.microsoft.com/office/drawing/2014/main" id="{970FB612-69BE-4BC2-2F09-D99BA96EC833}"/>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99643521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Quote Slide">
    <p:bg>
      <p:bgPr>
        <a:solidFill>
          <a:schemeClr val="accent2"/>
        </a:solidFill>
        <a:effectLst/>
      </p:bgPr>
    </p:bg>
    <p:spTree>
      <p:nvGrpSpPr>
        <p:cNvPr id="1" name=""/>
        <p:cNvGrpSpPr/>
        <p:nvPr/>
      </p:nvGrpSpPr>
      <p:grpSpPr>
        <a:xfrm>
          <a:off x="0" y="0"/>
          <a:ext cx="0" cy="0"/>
          <a:chOff x="0" y="0"/>
          <a:chExt cx="0" cy="0"/>
        </a:xfrm>
      </p:grpSpPr>
      <p:sp>
        <p:nvSpPr>
          <p:cNvPr id="824"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827" name="“"/>
          <p:cNvSpPr txBox="1"/>
          <p:nvPr/>
        </p:nvSpPr>
        <p:spPr>
          <a:xfrm>
            <a:off x="1343734" y="2179914"/>
            <a:ext cx="239177" cy="3274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nSpc>
                <a:spcPts val="3800"/>
              </a:lnSpc>
              <a:tabLst>
                <a:tab pos="2222500" algn="l"/>
              </a:tabLst>
              <a:defRPr sz="3800" spc="-173">
                <a:solidFill>
                  <a:schemeClr val="accent3">
                    <a:hueOff val="-3600000"/>
                    <a:lumOff val="3392"/>
                  </a:schemeClr>
                </a:solidFill>
              </a:defRPr>
            </a:lvl1pPr>
          </a:lstStyle>
          <a:p>
            <a:r>
              <a:rPr dirty="0">
                <a:solidFill>
                  <a:schemeClr val="tx1"/>
                </a:solidFill>
              </a:rPr>
              <a:t>“</a:t>
            </a:r>
          </a:p>
        </p:txBody>
      </p:sp>
      <p:sp>
        <p:nvSpPr>
          <p:cNvPr id="828"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831" name="Square"/>
          <p:cNvSpPr/>
          <p:nvPr userDrawn="1"/>
        </p:nvSpPr>
        <p:spPr>
          <a:xfrm rot="10800000" flipH="1">
            <a:off x="9366432" y="5569929"/>
            <a:ext cx="505472" cy="505473"/>
          </a:xfrm>
          <a:prstGeom prst="rect">
            <a:avLst/>
          </a:prstGeom>
          <a:solidFill>
            <a:srgbClr val="0BA2B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7" name="Title 6">
            <a:extLst>
              <a:ext uri="{FF2B5EF4-FFF2-40B4-BE49-F238E27FC236}">
                <a16:creationId xmlns:a16="http://schemas.microsoft.com/office/drawing/2014/main" id="{988AE7EF-64E9-48B7-4CF2-BE88B7C09CA6}"/>
              </a:ext>
            </a:extLst>
          </p:cNvPr>
          <p:cNvSpPr>
            <a:spLocks noGrp="1"/>
          </p:cNvSpPr>
          <p:nvPr>
            <p:ph type="title" hasCustomPrompt="1"/>
          </p:nvPr>
        </p:nvSpPr>
        <p:spPr>
          <a:xfrm>
            <a:off x="1591200" y="2187168"/>
            <a:ext cx="8405525" cy="1977391"/>
          </a:xfrm>
          <a:prstGeom prst="rect">
            <a:avLst/>
          </a:prstGeom>
        </p:spPr>
        <p:txBody>
          <a:bodyPr/>
          <a:lstStyle>
            <a:lvl1pPr>
              <a:lnSpc>
                <a:spcPts val="3800"/>
              </a:lnSpc>
              <a:spcBef>
                <a:spcPts val="0"/>
              </a:spcBef>
              <a:defRPr sz="3800" spc="-170" baseline="0">
                <a:solidFill>
                  <a:srgbClr val="FFFFFF"/>
                </a:solidFill>
              </a:defRPr>
            </a:lvl1pPr>
          </a:lstStyle>
          <a:p>
            <a:r>
              <a:rPr lang="en-GB" dirty="0" err="1"/>
              <a:t>Neceptatio</a:t>
            </a:r>
            <a:r>
              <a:rPr lang="en-GB" dirty="0"/>
              <a:t> </a:t>
            </a:r>
            <a:r>
              <a:rPr lang="en-GB" dirty="0" err="1"/>
              <a:t>odis</a:t>
            </a:r>
            <a:r>
              <a:rPr lang="en-GB" dirty="0"/>
              <a:t> non cum que </a:t>
            </a:r>
            <a:r>
              <a:rPr lang="en-GB" dirty="0" err="1"/>
              <a:t>molum</a:t>
            </a:r>
            <a:r>
              <a:rPr lang="en-GB" dirty="0"/>
              <a:t> qui </a:t>
            </a:r>
            <a:r>
              <a:rPr lang="en-GB" dirty="0" err="1"/>
              <a:t>berum</a:t>
            </a:r>
            <a:r>
              <a:rPr lang="en-GB" dirty="0"/>
              <a:t> re </a:t>
            </a:r>
            <a:r>
              <a:rPr lang="en-GB" dirty="0" err="1"/>
              <a:t>ea</a:t>
            </a:r>
            <a:r>
              <a:rPr lang="en-GB" dirty="0"/>
              <a:t> </a:t>
            </a:r>
            <a:r>
              <a:rPr lang="en-GB" dirty="0" err="1"/>
              <a:t>adi</a:t>
            </a:r>
            <a:r>
              <a:rPr lang="en-GB" dirty="0"/>
              <a:t> </a:t>
            </a:r>
            <a:r>
              <a:rPr lang="en-GB" dirty="0" err="1"/>
              <a:t>dest</a:t>
            </a:r>
            <a:r>
              <a:rPr lang="en-GB" dirty="0"/>
              <a:t> </a:t>
            </a:r>
            <a:r>
              <a:rPr lang="en-GB" dirty="0" err="1"/>
              <a:t>asimus</a:t>
            </a:r>
            <a:r>
              <a:rPr lang="en-GB" dirty="0"/>
              <a:t> </a:t>
            </a:r>
            <a:r>
              <a:rPr lang="en-GB" dirty="0" err="1"/>
              <a:t>modit</a:t>
            </a:r>
            <a:r>
              <a:rPr lang="en-GB" dirty="0"/>
              <a:t> </a:t>
            </a:r>
            <a:r>
              <a:rPr lang="en-GB" dirty="0" err="1"/>
              <a:t>iumet</a:t>
            </a:r>
            <a:r>
              <a:rPr lang="en-GB" dirty="0"/>
              <a:t> </a:t>
            </a:r>
            <a:r>
              <a:rPr lang="en-GB" dirty="0" err="1"/>
              <a:t>optate</a:t>
            </a:r>
            <a:r>
              <a:rPr lang="en-GB" dirty="0"/>
              <a:t> </a:t>
            </a:r>
            <a:r>
              <a:rPr lang="en-GB" dirty="0" err="1"/>
              <a:t>vernam</a:t>
            </a:r>
            <a:r>
              <a:rPr lang="en-GB" dirty="0"/>
              <a:t> as qui </a:t>
            </a:r>
            <a:r>
              <a:rPr lang="en-GB" dirty="0" err="1"/>
              <a:t>officabores</a:t>
            </a:r>
            <a:r>
              <a:rPr lang="en-GB" dirty="0"/>
              <a:t> </a:t>
            </a:r>
            <a:r>
              <a:rPr lang="en-GB" dirty="0" err="1"/>
              <a:t>asi</a:t>
            </a:r>
            <a:r>
              <a:rPr lang="en-GB" dirty="0"/>
              <a:t> od </a:t>
            </a:r>
            <a:r>
              <a:rPr lang="en-GB" dirty="0" err="1"/>
              <a:t>quam</a:t>
            </a:r>
            <a:r>
              <a:rPr lang="en-GB" dirty="0"/>
              <a:t> ex.”</a:t>
            </a:r>
            <a:endParaRPr lang="en-RS" dirty="0"/>
          </a:p>
        </p:txBody>
      </p:sp>
      <p:sp>
        <p:nvSpPr>
          <p:cNvPr id="4" name="Text Placeholder 3">
            <a:extLst>
              <a:ext uri="{FF2B5EF4-FFF2-40B4-BE49-F238E27FC236}">
                <a16:creationId xmlns:a16="http://schemas.microsoft.com/office/drawing/2014/main" id="{0C98FABA-03E9-FFE1-F488-077364696FEB}"/>
              </a:ext>
            </a:extLst>
          </p:cNvPr>
          <p:cNvSpPr>
            <a:spLocks noGrp="1"/>
          </p:cNvSpPr>
          <p:nvPr>
            <p:ph type="body" sz="quarter" idx="21"/>
          </p:nvPr>
        </p:nvSpPr>
        <p:spPr>
          <a:xfrm>
            <a:off x="1591200" y="4421963"/>
            <a:ext cx="7025229" cy="835517"/>
          </a:xfrm>
          <a:prstGeom prst="rect">
            <a:avLst/>
          </a:prstGeom>
        </p:spPr>
        <p:txBody>
          <a:bodyPr lIns="0" tIns="0" rIns="0" bIns="0">
            <a:noAutofit/>
          </a:bodyPr>
          <a:lstStyle>
            <a:lvl1pPr>
              <a:spcBef>
                <a:spcPts val="0"/>
              </a:spcBef>
              <a:defRPr sz="1600" b="1">
                <a:solidFill>
                  <a:schemeClr val="tx1"/>
                </a:solidFill>
              </a:defRPr>
            </a:lvl1pPr>
            <a:lvl2pPr marL="0" indent="0">
              <a:spcBef>
                <a:spcPts val="0"/>
              </a:spcBef>
              <a:buNone/>
              <a:defRPr sz="1600" b="1">
                <a:solidFill>
                  <a:schemeClr val="tx2"/>
                </a:solidFill>
              </a:defRPr>
            </a:lvl2pPr>
            <a:lvl3pPr marL="0" indent="0">
              <a:spcBef>
                <a:spcPts val="0"/>
              </a:spcBef>
              <a:buNone/>
              <a:defRPr sz="1600">
                <a:solidFill>
                  <a:schemeClr val="tx2"/>
                </a:solidFill>
              </a:defRPr>
            </a:lvl3pPr>
          </a:lstStyle>
          <a:p>
            <a:pPr lvl="0"/>
            <a:r>
              <a:rPr lang="en-US"/>
              <a:t>Click to edit Master text styles</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351FC9C7-5636-7C28-B31A-915D1D97FE4F}"/>
              </a:ext>
            </a:extLst>
          </p:cNvPr>
          <p:cNvPicPr>
            <a:picLocks noChangeAspect="1"/>
          </p:cNvPicPr>
          <p:nvPr userDrawn="1"/>
        </p:nvPicPr>
        <p:blipFill>
          <a:blip r:embed="rId2"/>
          <a:stretch>
            <a:fillRect/>
          </a:stretch>
        </p:blipFill>
        <p:spPr>
          <a:xfrm>
            <a:off x="9374886" y="5067046"/>
            <a:ext cx="2006600" cy="1003300"/>
          </a:xfrm>
          <a:prstGeom prst="rect">
            <a:avLst/>
          </a:prstGeom>
        </p:spPr>
      </p:pic>
      <p:pic>
        <p:nvPicPr>
          <p:cNvPr id="2" name="Picture 1">
            <a:extLst>
              <a:ext uri="{FF2B5EF4-FFF2-40B4-BE49-F238E27FC236}">
                <a16:creationId xmlns:a16="http://schemas.microsoft.com/office/drawing/2014/main" id="{56FA4E22-A36B-3DE6-7D3E-A1F49569E89C}"/>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8463475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hoto">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6428E0B8-6EE1-8590-A6C5-89D1F5E64790}"/>
              </a:ext>
            </a:extLst>
          </p:cNvPr>
          <p:cNvSpPr>
            <a:spLocks noGrp="1"/>
          </p:cNvSpPr>
          <p:nvPr>
            <p:ph type="pic" sz="half" idx="22"/>
          </p:nvPr>
        </p:nvSpPr>
        <p:spPr>
          <a:xfrm>
            <a:off x="7937500" y="1447601"/>
            <a:ext cx="4241800" cy="5410399"/>
          </a:xfrm>
          <a:prstGeom prst="rect">
            <a:avLst/>
          </a:prstGeom>
        </p:spPr>
        <p:txBody>
          <a:bodyPr lIns="91439" tIns="45719" rIns="91439" bIns="45719"/>
          <a:lstStyle>
            <a:lvl1pPr>
              <a:defRPr>
                <a:solidFill>
                  <a:schemeClr val="bg1"/>
                </a:solidFill>
              </a:defRPr>
            </a:lvl1pPr>
          </a:lstStyle>
          <a:p>
            <a:r>
              <a:rPr lang="en-US"/>
              <a:t>Click icon to add picture</a:t>
            </a:r>
            <a:endParaRPr dirty="0"/>
          </a:p>
        </p:txBody>
      </p:sp>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72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72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07E80830-552E-8F9C-BD8E-5F35ED2B8C60}"/>
              </a:ext>
            </a:extLst>
          </p:cNvPr>
          <p:cNvPicPr>
            <a:picLocks noChangeAspect="1"/>
          </p:cNvPicPr>
          <p:nvPr userDrawn="1"/>
        </p:nvPicPr>
        <p:blipFill>
          <a:blip r:embed="rId2"/>
          <a:stretch>
            <a:fillRect/>
          </a:stretch>
        </p:blipFill>
        <p:spPr>
          <a:xfrm>
            <a:off x="7937500" y="3935445"/>
            <a:ext cx="965200" cy="965200"/>
          </a:xfrm>
          <a:prstGeom prst="rect">
            <a:avLst/>
          </a:prstGeom>
        </p:spPr>
      </p:pic>
      <p:sp>
        <p:nvSpPr>
          <p:cNvPr id="7" name="Neceptatio odis non cum que molum qui berum re ea adi dest asimus modit iumet optate vernam as qui officabores asi od quam ex el id qui des repe sinvelendion. Andebitiis quae corehent aut alicimus.">
            <a:extLst>
              <a:ext uri="{FF2B5EF4-FFF2-40B4-BE49-F238E27FC236}">
                <a16:creationId xmlns:a16="http://schemas.microsoft.com/office/drawing/2014/main" id="{2DBBBB28-154D-7A9D-62D2-50AF83AE98E4}"/>
              </a:ext>
            </a:extLst>
          </p:cNvPr>
          <p:cNvSpPr>
            <a:spLocks noGrp="1"/>
          </p:cNvSpPr>
          <p:nvPr>
            <p:ph type="body" sz="quarter" idx="23"/>
          </p:nvPr>
        </p:nvSpPr>
        <p:spPr>
          <a:xfrm>
            <a:off x="2793987" y="4888595"/>
            <a:ext cx="6980036" cy="1969405"/>
          </a:xfrm>
          <a:prstGeom prst="rect">
            <a:avLst/>
          </a:prstGeom>
          <a:solidFill>
            <a:srgbClr val="CCF2FF"/>
          </a:solidFill>
        </p:spPr>
        <p:txBody>
          <a:bodyPr lIns="317500" tIns="317500" rIns="317500" bIns="317500"/>
          <a:lstStyle>
            <a:lvl1pPr>
              <a:lnSpc>
                <a:spcPts val="2200"/>
              </a:lnSpc>
              <a:spcBef>
                <a:spcPts val="0"/>
              </a:spcBef>
              <a:defRPr sz="1900" b="1">
                <a:solidFill>
                  <a:schemeClr val="accent1"/>
                </a:solidFill>
              </a:defRPr>
            </a:lvl1pPr>
          </a:lstStyle>
          <a:p>
            <a:pPr lvl="0"/>
            <a:r>
              <a:rPr lang="en-US"/>
              <a:t>Click to edit Master text styles</a:t>
            </a:r>
          </a:p>
        </p:txBody>
      </p:sp>
      <p:sp>
        <p:nvSpPr>
          <p:cNvPr id="8" name="Rectangle 26">
            <a:extLst>
              <a:ext uri="{FF2B5EF4-FFF2-40B4-BE49-F238E27FC236}">
                <a16:creationId xmlns:a16="http://schemas.microsoft.com/office/drawing/2014/main" id="{DF3D7E2A-8027-802D-0766-6B4C04B5301B}"/>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Tree>
    <p:extLst>
      <p:ext uri="{BB962C8B-B14F-4D97-AF65-F5344CB8AC3E}">
        <p14:creationId xmlns:p14="http://schemas.microsoft.com/office/powerpoint/2010/main" val="1236286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C Slide 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a:extLst>
              <a:ext uri="{FF2B5EF4-FFF2-40B4-BE49-F238E27FC236}">
                <a16:creationId xmlns:a16="http://schemas.microsoft.com/office/drawing/2014/main" id="{0E1DBD97-FFD0-6E07-55C5-6C375BA24E4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7743363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OC Slide 8">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1B950ADA-7928-E26A-6183-8714633E1E75}"/>
              </a:ext>
            </a:extLst>
          </p:cNvPr>
          <p:cNvSpPr>
            <a:spLocks noGrp="1"/>
          </p:cNvSpPr>
          <p:nvPr>
            <p:ph idx="20"/>
          </p:nvPr>
        </p:nvSpPr>
        <p:spPr>
          <a:xfrm>
            <a:off x="36000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CD9CB34E-0B8C-A533-51C1-9D19605E4E7D}"/>
              </a:ext>
            </a:extLst>
          </p:cNvPr>
          <p:cNvSpPr>
            <a:spLocks noGrp="1"/>
          </p:cNvSpPr>
          <p:nvPr>
            <p:ph idx="21"/>
          </p:nvPr>
        </p:nvSpPr>
        <p:spPr>
          <a:xfrm>
            <a:off x="322999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2676F21C-4A76-DE8A-EC90-FD75447E2850}"/>
              </a:ext>
            </a:extLst>
          </p:cNvPr>
          <p:cNvSpPr>
            <a:spLocks noGrp="1"/>
          </p:cNvSpPr>
          <p:nvPr>
            <p:ph idx="22"/>
          </p:nvPr>
        </p:nvSpPr>
        <p:spPr>
          <a:xfrm>
            <a:off x="609998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09FDFA8-47EC-FE46-F57C-E4A671C58455}"/>
              </a:ext>
            </a:extLst>
          </p:cNvPr>
          <p:cNvSpPr>
            <a:spLocks noGrp="1"/>
          </p:cNvSpPr>
          <p:nvPr>
            <p:ph idx="23"/>
          </p:nvPr>
        </p:nvSpPr>
        <p:spPr>
          <a:xfrm>
            <a:off x="896997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B302B467-B6B5-158C-B057-8ABA2ACF21A3}"/>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0216798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2AC7D1FC-51F7-5A4E-BEAF-A85845DA9B35}"/>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00814166-2330-94E9-AA20-4A478C6C452B}"/>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419826458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14" name="Rectangle 26">
            <a:extLst>
              <a:ext uri="{FF2B5EF4-FFF2-40B4-BE49-F238E27FC236}">
                <a16:creationId xmlns:a16="http://schemas.microsoft.com/office/drawing/2014/main" id="{6C324B2D-CF53-407A-3FF3-83821279B530}"/>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C6672750-5A7A-9BCA-6B6D-95C6E36756F0}"/>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1125330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97F3-602F-5FC9-7AE6-19FEE5C49AD4}"/>
              </a:ext>
            </a:extLst>
          </p:cNvPr>
          <p:cNvSpPr>
            <a:spLocks noGrp="1"/>
          </p:cNvSpPr>
          <p:nvPr>
            <p:ph type="title" hasCustomPrompt="1"/>
          </p:nvPr>
        </p:nvSpPr>
        <p:spPr/>
        <p:txBody>
          <a:body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5713789-AC9B-504D-EABC-88530694F04A}"/>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4" name="Body Level One…">
            <a:extLst>
              <a:ext uri="{FF2B5EF4-FFF2-40B4-BE49-F238E27FC236}">
                <a16:creationId xmlns:a16="http://schemas.microsoft.com/office/drawing/2014/main" id="{2F3F8381-DEB3-C667-F282-4085FCECE5D1}"/>
              </a:ext>
            </a:extLst>
          </p:cNvPr>
          <p:cNvSpPr txBox="1">
            <a:spLocks noGrp="1"/>
          </p:cNvSpPr>
          <p:nvPr>
            <p:ph type="body" sz="quarter" idx="1"/>
          </p:nvPr>
        </p:nvSpPr>
        <p:spPr>
          <a:xfrm>
            <a:off x="360000" y="2610760"/>
            <a:ext cx="3478685" cy="2108201"/>
          </a:xfrm>
          <a:prstGeom prst="rect">
            <a:avLst/>
          </a:prstGeom>
          <a:solidFill>
            <a:schemeClr val="accent2"/>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5" name="Body Level One…">
            <a:extLst>
              <a:ext uri="{FF2B5EF4-FFF2-40B4-BE49-F238E27FC236}">
                <a16:creationId xmlns:a16="http://schemas.microsoft.com/office/drawing/2014/main" id="{32CA9EDE-386C-CB9D-B16C-D07164D1B840}"/>
              </a:ext>
            </a:extLst>
          </p:cNvPr>
          <p:cNvSpPr txBox="1">
            <a:spLocks noGrp="1"/>
          </p:cNvSpPr>
          <p:nvPr>
            <p:ph type="body" sz="quarter" idx="23"/>
          </p:nvPr>
        </p:nvSpPr>
        <p:spPr>
          <a:xfrm>
            <a:off x="4308328" y="2610760"/>
            <a:ext cx="3478685" cy="2108201"/>
          </a:xfrm>
          <a:prstGeom prst="rect">
            <a:avLst/>
          </a:prstGeom>
          <a:solidFill>
            <a:schemeClr val="accent4"/>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6" name="Body Level One…">
            <a:extLst>
              <a:ext uri="{FF2B5EF4-FFF2-40B4-BE49-F238E27FC236}">
                <a16:creationId xmlns:a16="http://schemas.microsoft.com/office/drawing/2014/main" id="{9896A4C3-2F4F-489A-CE62-D7C218EF8B41}"/>
              </a:ext>
            </a:extLst>
          </p:cNvPr>
          <p:cNvSpPr txBox="1">
            <a:spLocks noGrp="1"/>
          </p:cNvSpPr>
          <p:nvPr>
            <p:ph type="body" sz="quarter" idx="24"/>
          </p:nvPr>
        </p:nvSpPr>
        <p:spPr>
          <a:xfrm>
            <a:off x="8256655" y="2610760"/>
            <a:ext cx="3478685" cy="2108201"/>
          </a:xfrm>
          <a:prstGeom prst="rect">
            <a:avLst/>
          </a:prstGeom>
          <a:solidFill>
            <a:schemeClr val="accent3"/>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Tree>
    <p:extLst>
      <p:ext uri="{BB962C8B-B14F-4D97-AF65-F5344CB8AC3E}">
        <p14:creationId xmlns:p14="http://schemas.microsoft.com/office/powerpoint/2010/main" val="237460376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with logo">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92A336-4C8E-CDC0-D2F1-550C41A2C9F4}"/>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2" name="Rectangle 1">
            <a:extLst>
              <a:ext uri="{FF2B5EF4-FFF2-40B4-BE49-F238E27FC236}">
                <a16:creationId xmlns:a16="http://schemas.microsoft.com/office/drawing/2014/main" id="{A8E6B9FA-EC1F-4A72-A5C4-3E216DB2B0D5}"/>
              </a:ext>
            </a:extLst>
          </p:cNvPr>
          <p:cNvSpPr/>
          <p:nvPr userDrawn="1"/>
        </p:nvSpPr>
        <p:spPr>
          <a:xfrm>
            <a:off x="10297948" y="1240221"/>
            <a:ext cx="1481958" cy="672662"/>
          </a:xfrm>
          <a:prstGeom prst="rect">
            <a:avLst/>
          </a:prstGeom>
          <a:solidFill>
            <a:schemeClr val="tx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RO" sz="2800" b="1" i="0" u="none" strike="noStrike" cap="none" spc="0" normalizeH="0" baseline="0">
              <a:ln>
                <a:noFill/>
              </a:ln>
              <a:solidFill>
                <a:schemeClr val="accent3">
                  <a:hueOff val="-3600000"/>
                  <a:lumOff val="3392"/>
                </a:schemeClr>
              </a:solidFill>
              <a:effectLst/>
              <a:uFillTx/>
              <a:latin typeface="Arial"/>
              <a:ea typeface="Arial"/>
              <a:cs typeface="Arial"/>
              <a:sym typeface="Arial"/>
            </a:endParaRPr>
          </a:p>
        </p:txBody>
      </p:sp>
      <p:pic>
        <p:nvPicPr>
          <p:cNvPr id="5" name="Picture 4">
            <a:extLst>
              <a:ext uri="{FF2B5EF4-FFF2-40B4-BE49-F238E27FC236}">
                <a16:creationId xmlns:a16="http://schemas.microsoft.com/office/drawing/2014/main" id="{9630A33A-77D6-60C0-F173-C49F7014F2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1066485795"/>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4AEC-6485-F835-D479-069CD0AA5105}"/>
              </a:ext>
            </a:extLst>
          </p:cNvPr>
          <p:cNvSpPr>
            <a:spLocks noGrp="1"/>
          </p:cNvSpPr>
          <p:nvPr>
            <p:ph type="title"/>
          </p:nvPr>
        </p:nvSpPr>
        <p:spPr>
          <a:xfrm>
            <a:off x="635128" y="4640687"/>
            <a:ext cx="9000000" cy="457295"/>
          </a:xfrm>
        </p:spPr>
        <p:txBody>
          <a:bodyPr/>
          <a:lstStyle>
            <a:lvl1pPr>
              <a:defRPr sz="1600" spc="0"/>
            </a:lvl1pPr>
          </a:lstStyle>
          <a:p>
            <a:r>
              <a:rPr lang="en-US"/>
              <a:t>Click to edit Master title style</a:t>
            </a:r>
            <a:endParaRPr lang="en-MT"/>
          </a:p>
        </p:txBody>
      </p:sp>
      <p:pic>
        <p:nvPicPr>
          <p:cNvPr id="4" name="Picture 3">
            <a:extLst>
              <a:ext uri="{FF2B5EF4-FFF2-40B4-BE49-F238E27FC236}">
                <a16:creationId xmlns:a16="http://schemas.microsoft.com/office/drawing/2014/main" id="{5B665E8E-3E30-D595-AF95-EFC31A1945DF}"/>
              </a:ext>
            </a:extLst>
          </p:cNvPr>
          <p:cNvPicPr>
            <a:picLocks noChangeAspect="1"/>
          </p:cNvPicPr>
          <p:nvPr userDrawn="1"/>
        </p:nvPicPr>
        <p:blipFill>
          <a:blip r:embed="rId2"/>
          <a:stretch>
            <a:fillRect/>
          </a:stretch>
        </p:blipFill>
        <p:spPr>
          <a:xfrm>
            <a:off x="10897966" y="362286"/>
            <a:ext cx="833598" cy="416799"/>
          </a:xfrm>
          <a:prstGeom prst="rect">
            <a:avLst/>
          </a:prstGeom>
        </p:spPr>
      </p:pic>
      <p:sp>
        <p:nvSpPr>
          <p:cNvPr id="5" name="Rectangle">
            <a:extLst>
              <a:ext uri="{FF2B5EF4-FFF2-40B4-BE49-F238E27FC236}">
                <a16:creationId xmlns:a16="http://schemas.microsoft.com/office/drawing/2014/main" id="{800A7C2D-E409-DB93-9ECC-C71CF456B705}"/>
              </a:ext>
            </a:extLst>
          </p:cNvPr>
          <p:cNvSpPr/>
          <p:nvPr userDrawn="1"/>
        </p:nvSpPr>
        <p:spPr>
          <a:xfrm>
            <a:off x="165529" y="190499"/>
            <a:ext cx="11848241"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a:p>
        </p:txBody>
      </p:sp>
      <p:pic>
        <p:nvPicPr>
          <p:cNvPr id="7" name="Image" descr="Image">
            <a:extLst>
              <a:ext uri="{FF2B5EF4-FFF2-40B4-BE49-F238E27FC236}">
                <a16:creationId xmlns:a16="http://schemas.microsoft.com/office/drawing/2014/main" id="{516A5D33-AFC3-5923-9D1B-22CBC54AEB2E}"/>
              </a:ext>
            </a:extLst>
          </p:cNvPr>
          <p:cNvPicPr>
            <a:picLocks noChangeAspect="1"/>
          </p:cNvPicPr>
          <p:nvPr userDrawn="1"/>
        </p:nvPicPr>
        <p:blipFill>
          <a:blip r:embed="rId3"/>
          <a:stretch>
            <a:fillRect/>
          </a:stretch>
        </p:blipFill>
        <p:spPr>
          <a:xfrm>
            <a:off x="600348" y="393566"/>
            <a:ext cx="6557643" cy="3556001"/>
          </a:xfrm>
          <a:prstGeom prst="rect">
            <a:avLst/>
          </a:prstGeom>
          <a:ln w="12700">
            <a:miter lim="400000"/>
          </a:ln>
        </p:spPr>
      </p:pic>
      <p:pic>
        <p:nvPicPr>
          <p:cNvPr id="3" name="Picture 2">
            <a:extLst>
              <a:ext uri="{FF2B5EF4-FFF2-40B4-BE49-F238E27FC236}">
                <a16:creationId xmlns:a16="http://schemas.microsoft.com/office/drawing/2014/main" id="{84146912-204B-D1C5-40BF-E06BAA80BC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282744961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lide with logo Dark">
    <p:bg>
      <p:bgPr>
        <a:solidFill>
          <a:schemeClr val="accent2"/>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2" name="Picture 1">
            <a:extLst>
              <a:ext uri="{FF2B5EF4-FFF2-40B4-BE49-F238E27FC236}">
                <a16:creationId xmlns:a16="http://schemas.microsoft.com/office/drawing/2014/main" id="{D7A025FE-20D6-D7C7-557F-A1F8FF5FF91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83131210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Slide with logo Teal">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2" name="Rectangle 26">
            <a:extLst>
              <a:ext uri="{FF2B5EF4-FFF2-40B4-BE49-F238E27FC236}">
                <a16:creationId xmlns:a16="http://schemas.microsoft.com/office/drawing/2014/main" id="{77F7703D-4F57-B386-7552-96B1C62710F8}"/>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332010D8-9280-4F8A-C077-86BF6086D51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3712709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Slide">
    <p:bg>
      <p:bgPr>
        <a:solidFill>
          <a:schemeClr val="accent1"/>
        </a:solidFill>
        <a:effectLst/>
      </p:bgPr>
    </p:bg>
    <p:spTree>
      <p:nvGrpSpPr>
        <p:cNvPr id="1" name=""/>
        <p:cNvGrpSpPr/>
        <p:nvPr/>
      </p:nvGrpSpPr>
      <p:grpSpPr>
        <a:xfrm>
          <a:off x="0" y="0"/>
          <a:ext cx="0" cy="0"/>
          <a:chOff x="0" y="0"/>
          <a:chExt cx="0" cy="0"/>
        </a:xfrm>
      </p:grpSpPr>
      <p:sp>
        <p:nvSpPr>
          <p:cNvPr id="1304"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pic>
        <p:nvPicPr>
          <p:cNvPr id="1305" name="Image" descr="Image"/>
          <p:cNvPicPr>
            <a:picLocks noChangeAspect="1"/>
          </p:cNvPicPr>
          <p:nvPr/>
        </p:nvPicPr>
        <p:blipFill>
          <a:blip r:embed="rId2"/>
          <a:stretch>
            <a:fillRect/>
          </a:stretch>
        </p:blipFill>
        <p:spPr>
          <a:xfrm>
            <a:off x="600348" y="393566"/>
            <a:ext cx="6557644" cy="3556001"/>
          </a:xfrm>
          <a:prstGeom prst="rect">
            <a:avLst/>
          </a:prstGeom>
          <a:ln w="12700">
            <a:miter lim="400000"/>
          </a:ln>
        </p:spPr>
      </p:pic>
      <p:sp>
        <p:nvSpPr>
          <p:cNvPr id="2" name="Text Placeholder 3">
            <a:extLst>
              <a:ext uri="{FF2B5EF4-FFF2-40B4-BE49-F238E27FC236}">
                <a16:creationId xmlns:a16="http://schemas.microsoft.com/office/drawing/2014/main" id="{99CF3841-8ED6-6708-57A4-9817037CEB78}"/>
              </a:ext>
            </a:extLst>
          </p:cNvPr>
          <p:cNvSpPr>
            <a:spLocks noGrp="1"/>
          </p:cNvSpPr>
          <p:nvPr>
            <p:ph type="body" sz="quarter" idx="21"/>
          </p:nvPr>
        </p:nvSpPr>
        <p:spPr>
          <a:xfrm>
            <a:off x="617538"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3" name="Text Placeholder 3">
            <a:extLst>
              <a:ext uri="{FF2B5EF4-FFF2-40B4-BE49-F238E27FC236}">
                <a16:creationId xmlns:a16="http://schemas.microsoft.com/office/drawing/2014/main" id="{07F3690B-C83C-2263-51B8-2AD430316DB8}"/>
              </a:ext>
            </a:extLst>
          </p:cNvPr>
          <p:cNvSpPr>
            <a:spLocks noGrp="1"/>
          </p:cNvSpPr>
          <p:nvPr>
            <p:ph type="body" sz="quarter" idx="22"/>
          </p:nvPr>
        </p:nvSpPr>
        <p:spPr>
          <a:xfrm>
            <a:off x="3473690"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4" name="Text Placeholder 3">
            <a:extLst>
              <a:ext uri="{FF2B5EF4-FFF2-40B4-BE49-F238E27FC236}">
                <a16:creationId xmlns:a16="http://schemas.microsoft.com/office/drawing/2014/main" id="{A283DC22-9630-B38E-C904-813DD4F866A9}"/>
              </a:ext>
            </a:extLst>
          </p:cNvPr>
          <p:cNvSpPr>
            <a:spLocks noGrp="1"/>
          </p:cNvSpPr>
          <p:nvPr>
            <p:ph type="body" sz="quarter" idx="23"/>
          </p:nvPr>
        </p:nvSpPr>
        <p:spPr>
          <a:xfrm>
            <a:off x="6329842"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5" name="Text Placeholder 3">
            <a:extLst>
              <a:ext uri="{FF2B5EF4-FFF2-40B4-BE49-F238E27FC236}">
                <a16:creationId xmlns:a16="http://schemas.microsoft.com/office/drawing/2014/main" id="{3E5848EA-712E-9B18-ECD8-B6B00CEC65F5}"/>
              </a:ext>
            </a:extLst>
          </p:cNvPr>
          <p:cNvSpPr>
            <a:spLocks noGrp="1"/>
          </p:cNvSpPr>
          <p:nvPr>
            <p:ph type="body" sz="quarter" idx="24"/>
          </p:nvPr>
        </p:nvSpPr>
        <p:spPr>
          <a:xfrm>
            <a:off x="9185994"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6" name="Text Placeholder 3">
            <a:extLst>
              <a:ext uri="{FF2B5EF4-FFF2-40B4-BE49-F238E27FC236}">
                <a16:creationId xmlns:a16="http://schemas.microsoft.com/office/drawing/2014/main" id="{239248B7-4F45-3A2F-F77A-254137B02A5D}"/>
              </a:ext>
            </a:extLst>
          </p:cNvPr>
          <p:cNvSpPr>
            <a:spLocks noGrp="1"/>
          </p:cNvSpPr>
          <p:nvPr>
            <p:ph type="body" sz="quarter" idx="25"/>
          </p:nvPr>
        </p:nvSpPr>
        <p:spPr>
          <a:xfrm>
            <a:off x="617538"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7" name="Text Placeholder 3">
            <a:extLst>
              <a:ext uri="{FF2B5EF4-FFF2-40B4-BE49-F238E27FC236}">
                <a16:creationId xmlns:a16="http://schemas.microsoft.com/office/drawing/2014/main" id="{25580FAC-13AA-9847-E7FB-CA6185B21438}"/>
              </a:ext>
            </a:extLst>
          </p:cNvPr>
          <p:cNvSpPr>
            <a:spLocks noGrp="1"/>
          </p:cNvSpPr>
          <p:nvPr>
            <p:ph type="body" sz="quarter" idx="26"/>
          </p:nvPr>
        </p:nvSpPr>
        <p:spPr>
          <a:xfrm>
            <a:off x="3473690"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8" name="Text Placeholder 3">
            <a:extLst>
              <a:ext uri="{FF2B5EF4-FFF2-40B4-BE49-F238E27FC236}">
                <a16:creationId xmlns:a16="http://schemas.microsoft.com/office/drawing/2014/main" id="{87064713-9468-3192-25BA-F4153E3A3D1C}"/>
              </a:ext>
            </a:extLst>
          </p:cNvPr>
          <p:cNvSpPr>
            <a:spLocks noGrp="1"/>
          </p:cNvSpPr>
          <p:nvPr>
            <p:ph type="body" sz="quarter" idx="27"/>
          </p:nvPr>
        </p:nvSpPr>
        <p:spPr>
          <a:xfrm>
            <a:off x="6329842"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9" name="Text Placeholder 3">
            <a:extLst>
              <a:ext uri="{FF2B5EF4-FFF2-40B4-BE49-F238E27FC236}">
                <a16:creationId xmlns:a16="http://schemas.microsoft.com/office/drawing/2014/main" id="{B975AAF6-3101-6B0C-FD52-BB661302BFB7}"/>
              </a:ext>
            </a:extLst>
          </p:cNvPr>
          <p:cNvSpPr>
            <a:spLocks noGrp="1"/>
          </p:cNvSpPr>
          <p:nvPr>
            <p:ph type="body" sz="quarter" idx="28"/>
          </p:nvPr>
        </p:nvSpPr>
        <p:spPr>
          <a:xfrm>
            <a:off x="9185994"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pic>
        <p:nvPicPr>
          <p:cNvPr id="10" name="Picture 9">
            <a:extLst>
              <a:ext uri="{FF2B5EF4-FFF2-40B4-BE49-F238E27FC236}">
                <a16:creationId xmlns:a16="http://schemas.microsoft.com/office/drawing/2014/main" id="{0DA257E9-E1E4-4676-33F4-21575F0D4664}"/>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2050801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9">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574470" y="6480000"/>
            <a:ext cx="157094" cy="153888"/>
          </a:xfrm>
          <a:prstGeom prst="rect">
            <a:avLst/>
          </a:prstGeom>
          <a:ln w="12700">
            <a:miter lim="400000"/>
          </a:ln>
        </p:spPr>
        <p:txBody>
          <a:bodyPr wrap="none" lIns="0" tIns="0" rIns="0" bIns="0">
            <a:spAutoFit/>
          </a:bodyPr>
          <a:lstStyle>
            <a:lvl1pPr algn="r">
              <a:lnSpc>
                <a:spcPct val="100000"/>
              </a:lnSpc>
              <a:defRPr sz="1000" b="0">
                <a:solidFill>
                  <a:schemeClr val="bg1"/>
                </a:solidFill>
              </a:defRPr>
            </a:lvl1pPr>
          </a:lstStyle>
          <a:p>
            <a:fld id="{86CB4B4D-7CA3-9044-876B-883B54F8677D}" type="slidenum">
              <a:rPr lang="en-MT" smtClean="0"/>
              <a:pPr/>
              <a:t>‹#›</a:t>
            </a:fld>
            <a:endParaRPr lang="en-MT" dirty="0"/>
          </a:p>
        </p:txBody>
      </p:sp>
      <p:sp>
        <p:nvSpPr>
          <p:cNvPr id="4" name="Rectangle 26"/>
          <p:cNvSpPr/>
          <p:nvPr/>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Title Text">
            <a:extLst>
              <a:ext uri="{FF2B5EF4-FFF2-40B4-BE49-F238E27FC236}">
                <a16:creationId xmlns:a16="http://schemas.microsoft.com/office/drawing/2014/main" id="{0FA158A4-54D2-FE6D-8D99-B11D40E0AF64}"/>
              </a:ext>
            </a:extLst>
          </p:cNvPr>
          <p:cNvSpPr txBox="1">
            <a:spLocks noGrp="1"/>
          </p:cNvSpPr>
          <p:nvPr>
            <p:ph type="title"/>
          </p:nvPr>
        </p:nvSpPr>
        <p:spPr>
          <a:xfrm>
            <a:off x="359999" y="360000"/>
            <a:ext cx="9000000" cy="9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lstStyle/>
          <a:p>
            <a:r>
              <a:rPr dirty="0"/>
              <a:t>Title Text</a:t>
            </a:r>
          </a:p>
        </p:txBody>
      </p:sp>
      <p:pic>
        <p:nvPicPr>
          <p:cNvPr id="5" name="Picture 4">
            <a:extLst>
              <a:ext uri="{FF2B5EF4-FFF2-40B4-BE49-F238E27FC236}">
                <a16:creationId xmlns:a16="http://schemas.microsoft.com/office/drawing/2014/main" id="{C870ADC5-57FC-F55D-0F83-C584981192E6}"/>
              </a:ext>
            </a:extLst>
          </p:cNvPr>
          <p:cNvPicPr>
            <a:picLocks noChangeAspect="1"/>
          </p:cNvPicPr>
          <p:nvPr userDrawn="1"/>
        </p:nvPicPr>
        <p:blipFill>
          <a:blip r:embed="rId24"/>
          <a:stretch>
            <a:fillRect/>
          </a:stretch>
        </p:blipFill>
        <p:spPr>
          <a:xfrm>
            <a:off x="10897966" y="362286"/>
            <a:ext cx="833598" cy="416799"/>
          </a:xfrm>
          <a:prstGeom prst="rect">
            <a:avLst/>
          </a:prstGeom>
        </p:spPr>
      </p:pic>
    </p:spTree>
  </p:cSld>
  <p:clrMap bg1="dk1" tx1="lt1" bg2="dk2" tx2="lt2" accent1="accent1" accent2="accent2" accent3="accent3" accent4="accent4" accent5="accent5" accent6="accent6" hlink="hlink" folHlink="folHlink"/>
  <p:sldLayoutIdLst>
    <p:sldLayoutId id="2147483716" r:id="rId1"/>
    <p:sldLayoutId id="2147483715" r:id="rId2"/>
    <p:sldLayoutId id="2147483724" r:id="rId3"/>
    <p:sldLayoutId id="2147483727" r:id="rId4"/>
    <p:sldLayoutId id="2147483736" r:id="rId5"/>
    <p:sldLayoutId id="2147483725" r:id="rId6"/>
    <p:sldLayoutId id="2147483734" r:id="rId7"/>
    <p:sldLayoutId id="2147483738" r:id="rId8"/>
    <p:sldLayoutId id="2147483726" r:id="rId9"/>
    <p:sldLayoutId id="2147483717" r:id="rId10"/>
    <p:sldLayoutId id="2147483718" r:id="rId11"/>
    <p:sldLayoutId id="2147483728" r:id="rId12"/>
    <p:sldLayoutId id="2147483732" r:id="rId13"/>
    <p:sldLayoutId id="2147483739" r:id="rId14"/>
    <p:sldLayoutId id="2147483741" r:id="rId15"/>
    <p:sldLayoutId id="2147483731" r:id="rId16"/>
    <p:sldLayoutId id="2147483730" r:id="rId17"/>
    <p:sldLayoutId id="2147483729" r:id="rId18"/>
    <p:sldLayoutId id="2147483742" r:id="rId19"/>
    <p:sldLayoutId id="2147483735" r:id="rId20"/>
    <p:sldLayoutId id="2147483740" r:id="rId21"/>
    <p:sldLayoutId id="2147483720" r:id="rId22"/>
  </p:sldLayoutIdLst>
  <p:transition spd="med"/>
  <p:hf hdr="0" ftr="0" dt="0"/>
  <p:txStyles>
    <p:title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p:titleStyle>
    <p:bodyStyle>
      <a:lvl1pPr marL="0" marR="0" indent="0" algn="l" defTabSz="457200" rtl="0" eaLnBrk="1" latinLnBrk="0" hangingPunct="1">
        <a:lnSpc>
          <a:spcPct val="100000"/>
        </a:lnSpc>
        <a:spcBef>
          <a:spcPts val="500"/>
        </a:spcBef>
        <a:spcAft>
          <a:spcPts val="0"/>
        </a:spcAft>
        <a:buClrTx/>
        <a:buSzTx/>
        <a:buFontTx/>
        <a:buNone/>
        <a:tabLst/>
        <a:defRPr sz="1800" b="0" i="0" u="none" strike="noStrike" cap="none" spc="0" baseline="0">
          <a:solidFill>
            <a:schemeClr val="accent4">
              <a:hueOff val="-839560"/>
              <a:satOff val="19935"/>
              <a:lumOff val="-15534"/>
            </a:schemeClr>
          </a:solidFill>
          <a:uFillTx/>
          <a:latin typeface="Arial"/>
          <a:ea typeface="Arial"/>
          <a:cs typeface="Arial"/>
          <a:sym typeface="Arial"/>
        </a:defRPr>
      </a:lvl1pPr>
      <a:lvl2pPr marL="104775"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2pPr>
      <a:lvl3pPr marL="273684" marR="0" indent="-99059"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3pPr>
      <a:lvl4pPr marL="443547" marR="0" indent="-103822"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4pPr>
      <a:lvl5pPr marL="617537"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5pPr>
      <a:lvl6pPr marL="24231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6pPr>
      <a:lvl7pPr marL="28803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7pPr>
      <a:lvl8pPr marL="33375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8pPr>
      <a:lvl9pPr marL="37947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9pPr>
    </p:bodyStyle>
    <p:otherStyle>
      <a:lvl1pPr marL="0" marR="0" indent="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22860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2743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3200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3657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9B082B-315C-DD8D-A168-52A194A97853}"/>
              </a:ext>
            </a:extLst>
          </p:cNvPr>
          <p:cNvSpPr>
            <a:spLocks noGrp="1"/>
          </p:cNvSpPr>
          <p:nvPr>
            <p:ph type="body" sz="quarter" idx="22"/>
          </p:nvPr>
        </p:nvSpPr>
        <p:spPr>
          <a:xfrm>
            <a:off x="640800" y="4118205"/>
            <a:ext cx="8280000" cy="451754"/>
          </a:xfrm>
        </p:spPr>
        <p:txBody>
          <a:bodyPr/>
          <a:lstStyle/>
          <a:p>
            <a:r>
              <a:rPr lang="en-US" dirty="0"/>
              <a:t>UiPath </a:t>
            </a:r>
            <a:r>
              <a:rPr lang="en-US" dirty="0" err="1"/>
              <a:t>AgentHack</a:t>
            </a:r>
            <a:r>
              <a:rPr lang="en-US" dirty="0"/>
              <a:t>. Build the AI agents of tomorrow. </a:t>
            </a:r>
            <a:endParaRPr lang="en-MT" dirty="0"/>
          </a:p>
        </p:txBody>
      </p:sp>
      <p:sp>
        <p:nvSpPr>
          <p:cNvPr id="3" name="Title 2">
            <a:extLst>
              <a:ext uri="{FF2B5EF4-FFF2-40B4-BE49-F238E27FC236}">
                <a16:creationId xmlns:a16="http://schemas.microsoft.com/office/drawing/2014/main" id="{FBDEDE4E-6ACF-3A2E-D9B3-191EFDDD253B}"/>
              </a:ext>
            </a:extLst>
          </p:cNvPr>
          <p:cNvSpPr>
            <a:spLocks noGrp="1"/>
          </p:cNvSpPr>
          <p:nvPr>
            <p:ph type="title"/>
          </p:nvPr>
        </p:nvSpPr>
        <p:spPr>
          <a:xfrm>
            <a:off x="640800" y="3080317"/>
            <a:ext cx="8280000" cy="1037888"/>
          </a:xfrm>
        </p:spPr>
        <p:txBody>
          <a:bodyPr/>
          <a:lstStyle/>
          <a:p>
            <a:r>
              <a:rPr lang="en-MT" dirty="0"/>
              <a:t>Workforce to Workflow: a governed SAP back-office agent</a:t>
            </a:r>
            <a:br>
              <a:rPr lang="en-MT" dirty="0"/>
            </a:br>
          </a:p>
        </p:txBody>
      </p:sp>
    </p:spTree>
    <p:extLst>
      <p:ext uri="{BB962C8B-B14F-4D97-AF65-F5344CB8AC3E}">
        <p14:creationId xmlns:p14="http://schemas.microsoft.com/office/powerpoint/2010/main" val="7499911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AFA35-F81D-0626-83EB-70B088D9B9DF}"/>
            </a:ext>
          </a:extLst>
        </p:cNvPr>
        <p:cNvGrpSpPr/>
        <p:nvPr/>
      </p:nvGrpSpPr>
      <p:grpSpPr>
        <a:xfrm>
          <a:off x="0" y="0"/>
          <a:ext cx="0" cy="0"/>
          <a:chOff x="0" y="0"/>
          <a:chExt cx="0" cy="0"/>
        </a:xfrm>
      </p:grpSpPr>
      <p:sp>
        <p:nvSpPr>
          <p:cNvPr id="3" name="Text Placeholder 6">
            <a:extLst>
              <a:ext uri="{FF2B5EF4-FFF2-40B4-BE49-F238E27FC236}">
                <a16:creationId xmlns:a16="http://schemas.microsoft.com/office/drawing/2014/main" id="{023A3B3B-70DA-4806-B848-C55E152C6CBF}"/>
              </a:ext>
            </a:extLst>
          </p:cNvPr>
          <p:cNvSpPr>
            <a:spLocks noGrp="1"/>
          </p:cNvSpPr>
          <p:nvPr/>
        </p:nvSpPr>
        <p:spPr>
          <a:xfrm>
            <a:off x="308294"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VB (Vignesh Barani Sivakumar)</a:t>
            </a:r>
          </a:p>
        </p:txBody>
      </p:sp>
      <p:sp>
        <p:nvSpPr>
          <p:cNvPr id="4" name="Text Placeholder 11">
            <a:extLst>
              <a:ext uri="{FF2B5EF4-FFF2-40B4-BE49-F238E27FC236}">
                <a16:creationId xmlns:a16="http://schemas.microsoft.com/office/drawing/2014/main" id="{C50F4400-3C94-4D3A-92CC-2C64D553524A}"/>
              </a:ext>
            </a:extLst>
          </p:cNvPr>
          <p:cNvSpPr>
            <a:spLocks noGrp="1"/>
          </p:cNvSpPr>
          <p:nvPr/>
        </p:nvSpPr>
        <p:spPr>
          <a:xfrm>
            <a:off x="342659" y="5063729"/>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FDE &amp; Enterprise AI Lead @ KaarTech UK&amp;I</a:t>
            </a:r>
          </a:p>
        </p:txBody>
      </p:sp>
      <p:sp>
        <p:nvSpPr>
          <p:cNvPr id="14" name="Title 1">
            <a:extLst>
              <a:ext uri="{FF2B5EF4-FFF2-40B4-BE49-F238E27FC236}">
                <a16:creationId xmlns:a16="http://schemas.microsoft.com/office/drawing/2014/main" id="{426A5EB7-4B7D-852B-B90D-74E6498EA545}"/>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US" dirty="0"/>
              <a:t>KaarTech UK&amp;I</a:t>
            </a:r>
            <a:br>
              <a:rPr lang="en-US" b="0" dirty="0"/>
            </a:br>
            <a:endParaRPr lang="en-MT" dirty="0"/>
          </a:p>
          <a:p>
            <a:r>
              <a:rPr lang="en-US" dirty="0"/>
              <a:t>Exchange Recon Cockpit — governed procure-to-pay reconciliation on live SAP S/4HANA</a:t>
            </a:r>
            <a:br>
              <a:rPr lang="en-US" b="0" dirty="0"/>
            </a:br>
            <a:endParaRPr lang="en-MT" dirty="0"/>
          </a:p>
          <a:p>
            <a:r>
              <a:rPr lang="en-US" dirty="0"/>
              <a:t>UiPath AgentHack 2026 · Track 2 (Maestro BPMN)</a:t>
            </a:r>
            <a:br>
              <a:rPr lang="en-US" b="0" dirty="0"/>
            </a:br>
            <a:endParaRPr lang="en-MT" dirty="0"/>
          </a:p>
        </p:txBody>
      </p:sp>
    </p:spTree>
    <p:extLst>
      <p:ext uri="{BB962C8B-B14F-4D97-AF65-F5344CB8AC3E}">
        <p14:creationId xmlns:p14="http://schemas.microsoft.com/office/powerpoint/2010/main" val="223180724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3D97-861B-8216-1596-A30DB1E0C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A60B8-E509-98E7-2FEE-CE8BB6CF2A9D}"/>
              </a:ext>
            </a:extLst>
          </p:cNvPr>
          <p:cNvSpPr>
            <a:spLocks noGrp="1"/>
          </p:cNvSpPr>
          <p:nvPr>
            <p:ph type="title"/>
          </p:nvPr>
        </p:nvSpPr>
        <p:spPr/>
        <p:txBody>
          <a:bodyPr/>
          <a:lstStyle/>
          <a:p>
            <a:r>
              <a:rPr lang="en-GB" dirty="0">
                <a:solidFill>
                  <a:srgbClr val="172024"/>
                </a:solidFill>
              </a:rPr>
              <a:t>Workforce → Workflow: target the repeatable 75%</a:t>
            </a:r>
            <a:endParaRPr lang="en-MT" dirty="0">
              <a:solidFill>
                <a:srgbClr val="172024"/>
              </a:solidFill>
            </a:endParaRPr>
          </a:p>
        </p:txBody>
      </p:sp>
      <p:sp>
        <p:nvSpPr>
          <p:cNvPr id="10" name="Slide Number Placeholder 9">
            <a:extLst>
              <a:ext uri="{FF2B5EF4-FFF2-40B4-BE49-F238E27FC236}">
                <a16:creationId xmlns:a16="http://schemas.microsoft.com/office/drawing/2014/main" id="{612CFE9D-67C2-DBC8-C1B9-92F9C34115AD}"/>
              </a:ext>
            </a:extLst>
          </p:cNvPr>
          <p:cNvSpPr>
            <a:spLocks noGrp="1"/>
          </p:cNvSpPr>
          <p:nvPr>
            <p:ph type="sldNum" sz="quarter" idx="10"/>
          </p:nvPr>
        </p:nvSpPr>
        <p:spPr/>
        <p:txBody>
          <a:bodyPr/>
          <a:lstStyle/>
          <a:p>
            <a:fld id="{86CB4B4D-7CA3-9044-876B-883B54F8677D}" type="slidenum">
              <a:rPr lang="en-MT" smtClean="0"/>
              <a:t>3</a:t>
            </a:fld>
            <a:endParaRPr lang="en-MT"/>
          </a:p>
        </p:txBody>
      </p:sp>
      <p:sp>
        <p:nvSpPr>
          <p:cNvPr id="3" name="Text Placeholder 2">
            <a:extLst>
              <a:ext uri="{FF2B5EF4-FFF2-40B4-BE49-F238E27FC236}">
                <a16:creationId xmlns:a16="http://schemas.microsoft.com/office/drawing/2014/main" id="{ACA789EF-7679-BC5C-55B2-79105E026D27}"/>
              </a:ext>
            </a:extLst>
          </p:cNvPr>
          <p:cNvSpPr>
            <a:spLocks noGrp="1"/>
          </p:cNvSpPr>
          <p:nvPr>
            <p:ph type="body" sz="quarter" idx="15"/>
          </p:nvPr>
        </p:nvSpPr>
        <p:spPr/>
        <p:txBody>
          <a:bodyPr/>
          <a:lstStyle/>
          <a:p>
            <a:r>
              <a:rPr lang="en-GB" dirty="0"/>
              <a:t>Problem</a:t>
            </a:r>
          </a:p>
        </p:txBody>
      </p:sp>
      <p:sp>
        <p:nvSpPr>
          <p:cNvPr id="4" name="Content Placeholder 3">
            <a:extLst>
              <a:ext uri="{FF2B5EF4-FFF2-40B4-BE49-F238E27FC236}">
                <a16:creationId xmlns:a16="http://schemas.microsoft.com/office/drawing/2014/main" id="{6DEF4AF2-F532-7980-A51E-EB633C18E090}"/>
              </a:ext>
            </a:extLst>
          </p:cNvPr>
          <p:cNvSpPr>
            <a:spLocks noGrp="1"/>
          </p:cNvSpPr>
          <p:nvPr>
            <p:ph idx="16"/>
          </p:nvPr>
        </p:nvSpPr>
        <p:spPr>
          <a:prstGeom prst="rect">
            <a:avLst/>
          </a:prstGeom>
        </p:spPr>
        <p:txBody>
          <a:bodyPr/>
          <a:lstStyle/>
          <a:p>
            <a:pPr marL="285750" indent="-285750" fontAlgn="base">
              <a:buFont typeface="Arial" panose="020B0604020202020204" pitchFamily="34" charset="0"/>
              <a:buChar char="•"/>
            </a:pPr>
            <a:r>
              <a:rPr lang="en-US" dirty="0"/>
              <a:t>Enterprise AI pays off where labour concentrates on repeatable work.</a:t>
            </a:r>
          </a:p>
          <a:p>
            <a:pPr marL="285750" indent="-285750" fontAlgn="base">
              <a:buFont typeface="Arial" panose="020B0604020202020204" pitchFamily="34" charset="0"/>
              <a:buChar char="•"/>
            </a:pPr>
            <a:r>
              <a:rPr lang="en-US" dirty="0"/>
              <a:t>In finance, ~75% of back-office work is repeatable; ~25% is judgment.</a:t>
            </a:r>
          </a:p>
          <a:p>
            <a:pPr marL="285750" indent="-285750" fontAlgn="base">
              <a:buFont typeface="Arial" panose="020B0604020202020204" pitchFamily="34" charset="0"/>
              <a:buChar char="•"/>
            </a:pPr>
            <a:r>
              <a:rPr lang="en-US" dirty="0"/>
              <a:t>Invoice-to-PO reconciliation: high-volume, repeatable, real money, control-bound.</a:t>
            </a:r>
          </a:p>
          <a:p>
            <a:pPr marL="285750" indent="-285750" fontAlgn="base">
              <a:buFont typeface="Arial" panose="020B0604020202020204" pitchFamily="34" charset="0"/>
              <a:buChar char="•"/>
            </a:pPr>
            <a:r>
              <a:rPr lang="en-US" dirty="0"/>
              <a:t>An agent valid in the ERP can still be unauthorized in the business.</a:t>
            </a:r>
          </a:p>
        </p:txBody>
      </p:sp>
      <p:sp>
        <p:nvSpPr>
          <p:cNvPr id="5" name="Text Placeholder 4">
            <a:extLst>
              <a:ext uri="{FF2B5EF4-FFF2-40B4-BE49-F238E27FC236}">
                <a16:creationId xmlns:a16="http://schemas.microsoft.com/office/drawing/2014/main" id="{CF86218D-58D1-4DB9-D829-CC6DC53A0A26}"/>
              </a:ext>
            </a:extLst>
          </p:cNvPr>
          <p:cNvSpPr>
            <a:spLocks noGrp="1"/>
          </p:cNvSpPr>
          <p:nvPr>
            <p:ph type="body" sz="quarter" idx="17"/>
          </p:nvPr>
        </p:nvSpPr>
        <p:spPr/>
        <p:txBody>
          <a:bodyPr/>
          <a:lstStyle/>
          <a:p>
            <a:r>
              <a:rPr lang="en-GB" dirty="0"/>
              <a:t>Solution</a:t>
            </a:r>
          </a:p>
        </p:txBody>
      </p:sp>
      <p:sp>
        <p:nvSpPr>
          <p:cNvPr id="6" name="Content Placeholder 5">
            <a:extLst>
              <a:ext uri="{FF2B5EF4-FFF2-40B4-BE49-F238E27FC236}">
                <a16:creationId xmlns:a16="http://schemas.microsoft.com/office/drawing/2014/main" id="{39D3F4E2-81AA-B610-6D1B-F0DAA1E2611A}"/>
              </a:ext>
            </a:extLst>
          </p:cNvPr>
          <p:cNvSpPr>
            <a:spLocks noGrp="1"/>
          </p:cNvSpPr>
          <p:nvPr>
            <p:ph idx="18"/>
          </p:nvPr>
        </p:nvSpPr>
        <p:spPr/>
        <p:txBody>
          <a:bodyPr/>
          <a:lstStyle/>
          <a:p>
            <a:pPr marL="285750" indent="-285750" fontAlgn="base">
              <a:buFont typeface="Arial" panose="020B0604020202020204" pitchFamily="34" charset="0"/>
              <a:buChar char="•"/>
            </a:pPr>
            <a:r>
              <a:rPr lang="en-US" dirty="0"/>
              <a:t>A governed agent takes the repeatable 75% — reads the live PO, reconciles, classifies, proposes.</a:t>
            </a:r>
          </a:p>
          <a:p>
            <a:pPr marL="285750" indent="-285750" fontAlgn="base">
              <a:buFont typeface="Arial" panose="020B0604020202020204" pitchFamily="34" charset="0"/>
              <a:buChar char="•"/>
            </a:pPr>
            <a:r>
              <a:rPr lang="en-US" dirty="0"/>
              <a:t>A human keeps the 25% judgment and all the authority.</a:t>
            </a:r>
          </a:p>
          <a:p>
            <a:pPr marL="285750" indent="-285750" fontAlgn="base">
              <a:buFont typeface="Arial" panose="020B0604020202020204" pitchFamily="34" charset="0"/>
              <a:buChar char="•"/>
            </a:pPr>
            <a:r>
              <a:rPr lang="en-US" dirty="0"/>
              <a:t>It reasons over the real system of record, not synthetic data — and is forbidden to write.</a:t>
            </a:r>
          </a:p>
        </p:txBody>
      </p:sp>
    </p:spTree>
    <p:extLst>
      <p:ext uri="{BB962C8B-B14F-4D97-AF65-F5344CB8AC3E}">
        <p14:creationId xmlns:p14="http://schemas.microsoft.com/office/powerpoint/2010/main" val="388946008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A98F-0D34-4F65-DE46-AE03205ED290}"/>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D4CB4D1-7370-9D56-91FE-E94FD0B5521C}"/>
              </a:ext>
            </a:extLst>
          </p:cNvPr>
          <p:cNvSpPr txBox="1">
            <a:spLocks/>
          </p:cNvSpPr>
          <p:nvPr/>
        </p:nvSpPr>
        <p:spPr>
          <a:xfrm>
            <a:off x="259203" y="360000"/>
            <a:ext cx="9000000" cy="499928"/>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Benefits and technologies used</a:t>
            </a:r>
            <a:endParaRPr lang="en-MT" dirty="0"/>
          </a:p>
        </p:txBody>
      </p:sp>
      <p:sp>
        <p:nvSpPr>
          <p:cNvPr id="3" name="Slide Number">
            <a:extLst>
              <a:ext uri="{FF2B5EF4-FFF2-40B4-BE49-F238E27FC236}">
                <a16:creationId xmlns:a16="http://schemas.microsoft.com/office/drawing/2014/main" id="{3318ADF4-66DC-932F-99DD-DE3F238E9B1F}"/>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graphicFrame>
        <p:nvGraphicFramePr>
          <p:cNvPr id="4" name="Table 3">
            <a:extLst>
              <a:ext uri="{FF2B5EF4-FFF2-40B4-BE49-F238E27FC236}">
                <a16:creationId xmlns:a16="http://schemas.microsoft.com/office/drawing/2014/main" id="{D6412797-89F7-45B5-CEE9-E11B1345AA3A}"/>
              </a:ext>
            </a:extLst>
          </p:cNvPr>
          <p:cNvGraphicFramePr>
            <a:graphicFrameLocks noGrp="1"/>
          </p:cNvGraphicFramePr>
          <p:nvPr>
            <p:extLst>
              <p:ext uri="{D42A27DB-BD31-4B8C-83A1-F6EECF244321}">
                <p14:modId xmlns:p14="http://schemas.microsoft.com/office/powerpoint/2010/main" val="1692350897"/>
              </p:ext>
            </p:extLst>
          </p:nvPr>
        </p:nvGraphicFramePr>
        <p:xfrm>
          <a:off x="359999" y="1506261"/>
          <a:ext cx="5006658" cy="4991737"/>
        </p:xfrm>
        <a:graphic>
          <a:graphicData uri="http://schemas.openxmlformats.org/drawingml/2006/table">
            <a:tbl>
              <a:tblPr/>
              <a:tblGrid>
                <a:gridCol w="2503329">
                  <a:extLst>
                    <a:ext uri="{9D8B030D-6E8A-4147-A177-3AD203B41FA5}">
                      <a16:colId xmlns:a16="http://schemas.microsoft.com/office/drawing/2014/main" val="1797263825"/>
                    </a:ext>
                  </a:extLst>
                </a:gridCol>
                <a:gridCol w="2503329">
                  <a:extLst>
                    <a:ext uri="{9D8B030D-6E8A-4147-A177-3AD203B41FA5}">
                      <a16:colId xmlns:a16="http://schemas.microsoft.com/office/drawing/2014/main" val="4089649546"/>
                    </a:ext>
                  </a:extLst>
                </a:gridCol>
              </a:tblGrid>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End-user</a:t>
                      </a:r>
                      <a:r>
                        <a:rPr lang="en-US" sz="1800" b="1" i="0" dirty="0">
                          <a:solidFill>
                            <a:srgbClr val="FFFFFF"/>
                          </a:solidFill>
                          <a:effectLst/>
                          <a:latin typeface="Arial" panose="020B0604020202020204" pitchFamily="34" charset="0"/>
                        </a:rPr>
                        <a:t>​</a:t>
                      </a:r>
                      <a:endParaRPr lang="en-US" sz="1800" b="1" i="0" dirty="0">
                        <a:solidFill>
                          <a:srgbClr val="FFFFFF"/>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100" b="0" i="0" u="none" strike="noStrike" dirty="0">
                          <a:solidFill>
                            <a:srgbClr val="000000"/>
                          </a:solidFill>
                          <a:effectLst/>
                          <a:latin typeface="Arial" panose="020B0604020202020204" pitchFamily="34" charset="0"/>
                        </a:rPr>
                        <a:t>Accounts Payable / finance operations analyst</a:t>
                      </a:r>
                      <a:endParaRPr lang="en-US" sz="1800" b="1" i="0" dirty="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484696175"/>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User department</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100" b="0" i="0" u="none" strike="noStrike" dirty="0">
                          <a:solidFill>
                            <a:srgbClr val="000000"/>
                          </a:solidFill>
                          <a:effectLst/>
                          <a:latin typeface="Arial" panose="020B0604020202020204" pitchFamily="34" charset="0"/>
                        </a:rPr>
                        <a:t>Accounts Payable / Procurement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025955541"/>
                  </a:ext>
                </a:extLst>
              </a:tr>
              <a:tr h="997533">
                <a:tc>
                  <a:txBody>
                    <a:bodyPr/>
                    <a:lstStyle/>
                    <a:p>
                      <a:pPr algn="l" fontAlgn="base">
                        <a:lnSpc>
                          <a:spcPts val="1425"/>
                        </a:lnSpc>
                        <a:buNone/>
                      </a:pPr>
                      <a:r>
                        <a:rPr lang="en-US" sz="1800" b="1" i="0" u="none" strike="noStrike">
                          <a:solidFill>
                            <a:srgbClr val="FFFFFF"/>
                          </a:solidFill>
                          <a:effectLst/>
                          <a:latin typeface="Arial" panose="020B0604020202020204" pitchFamily="34" charset="0"/>
                        </a:rPr>
                        <a:t>Industries</a:t>
                      </a:r>
                      <a:r>
                        <a:rPr lang="en-US" sz="1800" b="0" i="0">
                          <a:solidFill>
                            <a:srgbClr val="000000"/>
                          </a:solidFill>
                          <a:effectLst/>
                          <a:latin typeface="Arial" panose="020B0604020202020204" pitchFamily="34" charset="0"/>
                        </a:rPr>
                        <a:t>​</a:t>
                      </a:r>
                      <a:endParaRPr lang="en-US" sz="1800" b="0" i="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100" b="0" i="0" u="none" strike="noStrike" dirty="0">
                          <a:solidFill>
                            <a:srgbClr val="000000"/>
                          </a:solidFill>
                          <a:effectLst/>
                          <a:latin typeface="Arial" panose="020B0604020202020204" pitchFamily="34" charset="0"/>
                        </a:rPr>
                        <a:t>Any SAP-run enterprise (demoed in a hydrocarbon P2P context)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3613447538"/>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UiPath products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100" b="0" i="0" u="none" strike="noStrike">
                          <a:solidFill>
                            <a:srgbClr val="000000"/>
                          </a:solidFill>
                          <a:effectLst/>
                          <a:latin typeface="Arial" panose="020B0604020202020204" pitchFamily="34" charset="0"/>
                        </a:rPr>
                        <a:t>Maestro BPMN, Coded Agents, Orchestrator, Action Center, TypeScript SDK, Coding Agents (Claude Code)</a:t>
                      </a:r>
                      <a:endParaRPr lang="en-US" sz="1800"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221151595"/>
                  </a:ext>
                </a:extLst>
              </a:tr>
              <a:tr h="1001605">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Other - integrations / APIs / technologies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tc>
                  <a:txBody>
                    <a:bodyPr/>
                    <a:lstStyle/>
                    <a:p>
                      <a:pPr algn="l" fontAlgn="base">
                        <a:lnSpc>
                          <a:spcPts val="1425"/>
                        </a:lnSpc>
                        <a:buNone/>
                      </a:pPr>
                      <a:r>
                        <a:rPr lang="en-US" sz="1100" b="0" i="0" u="none" strike="noStrike" dirty="0">
                          <a:solidFill>
                            <a:srgbClr val="000000"/>
                          </a:solidFill>
                          <a:effectLst/>
                          <a:latin typeface="Arial" panose="020B0604020202020204" pitchFamily="34" charset="0"/>
                        </a:rPr>
                        <a:t>SAP S/4HANA over MCP (XSUAA); BTP OData→MCP server</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extLst>
                  <a:ext uri="{0D108BD9-81ED-4DB2-BD59-A6C34878D82A}">
                    <a16:rowId xmlns:a16="http://schemas.microsoft.com/office/drawing/2014/main" val="1265993834"/>
                  </a:ext>
                </a:extLst>
              </a:tr>
            </a:tbl>
          </a:graphicData>
        </a:graphic>
      </p:graphicFrame>
      <p:sp>
        <p:nvSpPr>
          <p:cNvPr id="5" name="Rectangle 1">
            <a:extLst>
              <a:ext uri="{FF2B5EF4-FFF2-40B4-BE49-F238E27FC236}">
                <a16:creationId xmlns:a16="http://schemas.microsoft.com/office/drawing/2014/main" id="{FDDB8F6C-6FD2-1712-F7ED-DE2D595FD1C3}"/>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 Placeholder 25">
            <a:extLst>
              <a:ext uri="{FF2B5EF4-FFF2-40B4-BE49-F238E27FC236}">
                <a16:creationId xmlns:a16="http://schemas.microsoft.com/office/drawing/2014/main" id="{529D93D7-AC19-31FD-0A31-FCBFBA9AFD4D}"/>
              </a:ext>
            </a:extLst>
          </p:cNvPr>
          <p:cNvSpPr>
            <a:spLocks noGrp="1"/>
          </p:cNvSpPr>
          <p:nvPr/>
        </p:nvSpPr>
        <p:spPr>
          <a:xfrm>
            <a:off x="6422266" y="770263"/>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Benefits, impact and outcomes</a:t>
            </a:r>
          </a:p>
        </p:txBody>
      </p:sp>
      <p:sp>
        <p:nvSpPr>
          <p:cNvPr id="7" name="Content Placeholder 32">
            <a:extLst>
              <a:ext uri="{FF2B5EF4-FFF2-40B4-BE49-F238E27FC236}">
                <a16:creationId xmlns:a16="http://schemas.microsoft.com/office/drawing/2014/main" id="{AFAA334A-A9E5-9A6B-D433-4770703EF4AD}"/>
              </a:ext>
            </a:extLst>
          </p:cNvPr>
          <p:cNvSpPr txBox="1">
            <a:spLocks/>
          </p:cNvSpPr>
          <p:nvPr/>
        </p:nvSpPr>
        <p:spPr>
          <a:xfrm>
            <a:off x="6318751" y="1506260"/>
            <a:ext cx="5500550"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1800" b="0" dirty="0">
                <a:solidFill>
                  <a:schemeClr val="bg1"/>
                </a:solidFill>
              </a:rPr>
              <a:t>64 seconds — measured agent verdict (the judgment that anchored a ~35-min manual task).</a:t>
            </a:r>
          </a:p>
          <a:p>
            <a:pPr marL="285750" indent="-285750">
              <a:buFont typeface="Arial" panose="020B0604020202020204" pitchFamily="34" charset="0"/>
              <a:buChar char="•"/>
            </a:pPr>
            <a:r>
              <a:rPr lang="en-US" sz="1800" b="0" dirty="0">
                <a:solidFill>
                  <a:schemeClr val="bg1"/>
                </a:solidFill>
              </a:rPr>
              <a:t>~86% faster end-to-end — illustrative (5-min assisted vs 35-min manual).</a:t>
            </a:r>
          </a:p>
          <a:p>
            <a:pPr marL="285750" indent="-285750">
              <a:buFont typeface="Arial" panose="020B0604020202020204" pitchFamily="34" charset="0"/>
              <a:buChar char="•"/>
            </a:pPr>
            <a:r>
              <a:rPr lang="en-US" sz="1800" b="0" dirty="0">
                <a:solidFill>
                  <a:schemeClr val="bg1"/>
                </a:solidFill>
              </a:rPr>
              <a:t>~1.5 FTE / ~$187k a year freed — illustrative model.</a:t>
            </a:r>
          </a:p>
          <a:p>
            <a:pPr marL="285750" indent="-285750">
              <a:buFont typeface="Arial" panose="020B0604020202020204" pitchFamily="34" charset="0"/>
              <a:buChar char="•"/>
            </a:pPr>
            <a:r>
              <a:rPr lang="en-US" sz="1800" b="0" dirty="0">
                <a:solidFill>
                  <a:schemeClr val="bg1"/>
                </a:solidFill>
              </a:rPr>
              <a:t>Read-only by design: the agent proposes; a human authorizes; a deterministic step writes.</a:t>
            </a:r>
          </a:p>
        </p:txBody>
      </p:sp>
      <p:sp>
        <p:nvSpPr>
          <p:cNvPr id="8" name="Text Placeholder 25">
            <a:extLst>
              <a:ext uri="{FF2B5EF4-FFF2-40B4-BE49-F238E27FC236}">
                <a16:creationId xmlns:a16="http://schemas.microsoft.com/office/drawing/2014/main" id="{41C52358-4F5E-423D-E7FA-F4BB97C68355}"/>
              </a:ext>
            </a:extLst>
          </p:cNvPr>
          <p:cNvSpPr>
            <a:spLocks noGrp="1"/>
          </p:cNvSpPr>
          <p:nvPr/>
        </p:nvSpPr>
        <p:spPr>
          <a:xfrm>
            <a:off x="359999" y="810000"/>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Details</a:t>
            </a:r>
          </a:p>
        </p:txBody>
      </p:sp>
    </p:spTree>
    <p:extLst>
      <p:ext uri="{BB962C8B-B14F-4D97-AF65-F5344CB8AC3E}">
        <p14:creationId xmlns:p14="http://schemas.microsoft.com/office/powerpoint/2010/main" val="920731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5ABE-B1E7-E0F4-F9C1-1C0EF8D99D9D}"/>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769EFCAF-5C74-EB05-21F5-2D2BC2E0EABB}"/>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5" name="Rectangle 1">
            <a:extLst>
              <a:ext uri="{FF2B5EF4-FFF2-40B4-BE49-F238E27FC236}">
                <a16:creationId xmlns:a16="http://schemas.microsoft.com/office/drawing/2014/main" id="{D988C2DD-493B-5D96-F19B-E505FAFF2D0F}"/>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E33809C1-421A-FEE4-C2CB-3DA05EF49DDB}"/>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a:t>Architecture: governed agency on live SAP</a:t>
            </a:r>
            <a:endParaRPr lang="en-MT" dirty="0"/>
          </a:p>
        </p:txBody>
      </p:sp>
      <p:sp>
        <p:nvSpPr>
          <p:cNvPr id="4" name="Content Placeholder 32">
            <a:extLst>
              <a:ext uri="{FF2B5EF4-FFF2-40B4-BE49-F238E27FC236}">
                <a16:creationId xmlns:a16="http://schemas.microsoft.com/office/drawing/2014/main" id="{03A6AAA2-CFF2-6048-0FF5-456004E6B92D}"/>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0" dirty="0">
                <a:solidFill>
                  <a:schemeClr val="bg1"/>
                </a:solidFill>
              </a:rPr>
              <a:t>Supplier invoice → matching · variance · posting-prep — all THREE agents LIVE on real SAP over MCP (read-only)</a:t>
            </a:r>
            <a:br>
              <a:rPr lang="en-US" sz="1800" b="0" dirty="0">
                <a:solidFill>
                  <a:schemeClr val="bg1"/>
                </a:solidFill>
              </a:rPr>
            </a:br>
            <a:endParaRPr lang="en-US" sz="1800" b="0" dirty="0">
              <a:solidFill>
                <a:schemeClr val="bg1"/>
              </a:solidFill>
            </a:endParaRPr>
          </a:p>
          <a:p>
            <a:r>
              <a:rPr lang="en-US" sz="1800" b="0" dirty="0">
                <a:solidFill>
                  <a:schemeClr val="bg1"/>
                </a:solidFill>
              </a:rPr>
              <a:t>Deterministic tolerance gate (2% price / 1 unit) → auto-clear or escalate</a:t>
            </a:r>
            <a:br>
              <a:rPr lang="en-US" sz="1800" b="0" dirty="0">
                <a:solidFill>
                  <a:schemeClr val="bg1"/>
                </a:solidFill>
              </a:rPr>
            </a:br>
            <a:endParaRPr lang="en-US" sz="1800" b="0" dirty="0">
              <a:solidFill>
                <a:schemeClr val="bg1"/>
              </a:solidFill>
            </a:endParaRPr>
          </a:p>
          <a:p>
            <a:r>
              <a:rPr lang="en-US" sz="1800" b="0" dirty="0">
                <a:solidFill>
                  <a:schemeClr val="bg1"/>
                </a:solidFill>
              </a:rPr>
              <a:t>Human Approve / Escalate in Action Center — the authority</a:t>
            </a:r>
            <a:br>
              <a:rPr lang="en-US" sz="1800" b="0" dirty="0">
                <a:solidFill>
                  <a:schemeClr val="bg1"/>
                </a:solidFill>
              </a:rPr>
            </a:br>
            <a:endParaRPr lang="en-US" sz="1800" b="0" dirty="0">
              <a:solidFill>
                <a:schemeClr val="bg1"/>
              </a:solidFill>
            </a:endParaRPr>
          </a:p>
          <a:p>
            <a:r>
              <a:rPr lang="en-US" sz="1800" b="0" dirty="0">
                <a:solidFill>
                  <a:schemeClr val="bg1"/>
                </a:solidFill>
              </a:rPr>
              <a:t>Prepared A_PurchaseOrderItem correction — HELD (armed, not fired)</a:t>
            </a:r>
            <a:br>
              <a:rPr lang="en-US" sz="1800" b="0" dirty="0">
                <a:solidFill>
                  <a:schemeClr val="bg1"/>
                </a:solidFill>
              </a:rPr>
            </a:br>
            <a:endParaRPr lang="en-US" sz="1800" b="0" dirty="0">
              <a:solidFill>
                <a:schemeClr val="bg1"/>
              </a:solidFill>
            </a:endParaRPr>
          </a:p>
          <a:p>
            <a:r>
              <a:rPr lang="en-US" sz="1800" b="0" dirty="0">
                <a:solidFill>
                  <a:schemeClr val="bg1"/>
                </a:solidFill>
              </a:rPr>
              <a:t>Maestro BPMN is the spine: built, validated (--dry-run Valid), deployed — BUILT</a:t>
            </a:r>
            <a:br>
              <a:rPr lang="en-US" sz="1800" b="0" dirty="0">
                <a:solidFill>
                  <a:schemeClr val="bg1"/>
                </a:solidFill>
              </a:rPr>
            </a:br>
            <a:endParaRPr lang="en-US" sz="1800" b="0" dirty="0">
              <a:solidFill>
                <a:schemeClr val="bg1"/>
              </a:solidFill>
            </a:endParaRPr>
          </a:p>
          <a:p>
            <a:r>
              <a:rPr lang="en-US" sz="1800" b="0" dirty="0">
                <a:solidFill>
                  <a:schemeClr val="bg1"/>
                </a:solidFill>
              </a:rPr>
              <a:t>[ Paste the flow diagram from docs/diagrams here ]</a:t>
            </a:r>
            <a:br>
              <a:rPr lang="en-US" sz="1800" b="0" dirty="0">
                <a:solidFill>
                  <a:schemeClr val="bg1"/>
                </a:solidFill>
              </a:rPr>
            </a:br>
            <a:endParaRPr lang="en-US" sz="1800" b="0" dirty="0">
              <a:solidFill>
                <a:schemeClr val="bg1"/>
              </a:solidFill>
            </a:endParaRPr>
          </a:p>
        </p:txBody>
      </p:sp>
    </p:spTree>
    <p:extLst>
      <p:ext uri="{BB962C8B-B14F-4D97-AF65-F5344CB8AC3E}">
        <p14:creationId xmlns:p14="http://schemas.microsoft.com/office/powerpoint/2010/main" val="21037265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6939-4992-93D2-F302-D02CECF6C8D1}"/>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6C4E72B3-93AC-C753-7A84-C1CD66A5B0E1}"/>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5" name="Rectangle 1">
            <a:extLst>
              <a:ext uri="{FF2B5EF4-FFF2-40B4-BE49-F238E27FC236}">
                <a16:creationId xmlns:a16="http://schemas.microsoft.com/office/drawing/2014/main" id="{01843E0A-2036-C699-04BE-44B828C31B55}"/>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BEFB8217-129D-D95A-BB32-442DB9B98EF6}"/>
              </a:ext>
            </a:extLst>
          </p:cNvPr>
          <p:cNvSpPr txBox="1">
            <a:spLocks/>
          </p:cNvSpPr>
          <p:nvPr/>
        </p:nvSpPr>
        <p:spPr>
          <a:xfrm>
            <a:off x="359999" y="518044"/>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The governance spine — Three Laws</a:t>
            </a:r>
            <a:endParaRPr lang="en-MT" dirty="0"/>
          </a:p>
        </p:txBody>
      </p:sp>
      <p:sp>
        <p:nvSpPr>
          <p:cNvPr id="6" name="Content Placeholder 32">
            <a:extLst>
              <a:ext uri="{FF2B5EF4-FFF2-40B4-BE49-F238E27FC236}">
                <a16:creationId xmlns:a16="http://schemas.microsoft.com/office/drawing/2014/main" id="{923C445F-3F02-3F28-536A-78F2019EEC9B}"/>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0" dirty="0">
                <a:solidFill>
                  <a:schemeClr val="bg1"/>
                </a:solidFill>
              </a:rPr>
              <a:t>1.  Every agent action is authorized before it happens.</a:t>
            </a:r>
          </a:p>
          <a:p>
            <a:r>
              <a:rPr lang="en-US" sz="1800" b="0" dirty="0">
                <a:solidFill>
                  <a:schemeClr val="bg1"/>
                </a:solidFill>
              </a:rPr>
              <a:t>2.  Every exception reaches a human, with evidence.</a:t>
            </a:r>
          </a:p>
          <a:p>
            <a:r>
              <a:rPr lang="en-US" sz="1800" b="0" dirty="0">
                <a:solidFill>
                  <a:schemeClr val="bg1"/>
                </a:solidFill>
              </a:rPr>
              <a:t>3.  Every decision is reconstructable afterward.</a:t>
            </a:r>
          </a:p>
          <a:p>
            <a:r>
              <a:rPr lang="en-US" sz="1800" b="0" dirty="0">
                <a:solidFill>
                  <a:schemeClr val="bg1"/>
                </a:solidFill>
              </a:rPr>
              <a:t>Lifted from a real finance control. What's new is an agent that obeys them.</a:t>
            </a:r>
          </a:p>
          <a:p>
            <a:r>
              <a:rPr lang="en-US" sz="1800" b="0" dirty="0">
                <a:solidFill>
                  <a:schemeClr val="bg1"/>
                </a:solidFill>
              </a:rPr>
              <a:t>(Live demo: the agent reads SAP, a human approves, the correction is held.)</a:t>
            </a:r>
          </a:p>
        </p:txBody>
      </p:sp>
    </p:spTree>
    <p:extLst>
      <p:ext uri="{BB962C8B-B14F-4D97-AF65-F5344CB8AC3E}">
        <p14:creationId xmlns:p14="http://schemas.microsoft.com/office/powerpoint/2010/main" val="189117309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158FD-BD27-6FA8-1273-E9EC258BED5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E1806CF-B883-489C-2357-0C8CD1471272}"/>
              </a:ext>
            </a:extLst>
          </p:cNvPr>
          <p:cNvSpPr>
            <a:spLocks noGrp="1"/>
          </p:cNvSpPr>
          <p:nvPr>
            <p:ph type="title"/>
          </p:nvPr>
        </p:nvSpPr>
        <p:spPr/>
        <p:txBody>
          <a:bodyPr/>
          <a:lstStyle/>
          <a:p>
            <a:r>
              <a:rPr lang="en-MT" dirty="0"/>
              <a:t>64 seconds to a verdict. Every decision governed — a human at the gate.</a:t>
            </a:r>
          </a:p>
        </p:txBody>
      </p:sp>
      <p:sp>
        <p:nvSpPr>
          <p:cNvPr id="11" name="TextBox 10"/>
          <p:cNvSpPr txBox="1"/>
          <p:nvPr/>
        </p:nvSpPr>
        <p:spPr>
          <a:xfrm>
            <a:off x="640080" y="5394960"/>
            <a:ext cx="10789920" cy="731520"/>
          </a:xfrm>
          <a:prstGeom prst="rect">
            <a:avLst/>
          </a:prstGeom>
          <a:noFill/>
        </p:spPr>
        <p:txBody>
          <a:bodyPr wrap="square">
            <a:spAutoFit/>
          </a:bodyPr>
          <a:lstStyle/>
          <a:p>
            <a:r>
              <a:rPr sz="1500"/>
              <a:t>Thank you.   github.com/vigneshbarani24/exchange-recon-cockpit</a:t>
            </a:r>
          </a:p>
        </p:txBody>
      </p:sp>
    </p:spTree>
    <p:extLst>
      <p:ext uri="{BB962C8B-B14F-4D97-AF65-F5344CB8AC3E}">
        <p14:creationId xmlns:p14="http://schemas.microsoft.com/office/powerpoint/2010/main" val="62120523"/>
      </p:ext>
    </p:extLst>
  </p:cSld>
  <p:clrMapOvr>
    <a:masterClrMapping/>
  </p:clrMapOvr>
  <p:transition spd="med"/>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E0D1C449-7FB6-E94B-836A-309631D964BC}" vid="{36C921A7-E0A5-4546-8255-4EC35B91BE8A}"/>
    </a:ext>
  </a:extLst>
</a:theme>
</file>

<file path=ppt/theme/theme2.xml><?xml version="1.0" encoding="utf-8"?>
<a:theme xmlns:a="http://schemas.openxmlformats.org/drawingml/2006/main" name="Primary Presentation Layouts">
  <a:themeElements>
    <a:clrScheme name="Primary Presentation Layouts">
      <a:dk1>
        <a:srgbClr val="000000"/>
      </a:dk1>
      <a:lt1>
        <a:srgbClr val="FFFFFF"/>
      </a:lt1>
      <a:dk2>
        <a:srgbClr val="9D9D9D"/>
      </a:dk2>
      <a:lt2>
        <a:srgbClr val="A32200"/>
      </a:lt2>
      <a:accent1>
        <a:srgbClr val="FCC0C5"/>
      </a:accent1>
      <a:accent2>
        <a:srgbClr val="5BCBDE"/>
      </a:accent2>
      <a:accent3>
        <a:srgbClr val="F6F6F6"/>
      </a:accent3>
      <a:accent4>
        <a:srgbClr val="434648"/>
      </a:accent4>
      <a:accent5>
        <a:srgbClr val="FFCBFF"/>
      </a:accent5>
      <a:accent6>
        <a:srgbClr val="1168CD"/>
      </a:accent6>
      <a:hlink>
        <a:srgbClr val="0000FF"/>
      </a:hlink>
      <a:folHlink>
        <a:srgbClr val="FF00FF"/>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86BB0CA657274B8C976C7E0436D499" ma:contentTypeVersion="22" ma:contentTypeDescription="Create a new document." ma:contentTypeScope="" ma:versionID="089dd435892c48914cdcc61cad93c74c">
  <xsd:schema xmlns:xsd="http://www.w3.org/2001/XMLSchema" xmlns:xs="http://www.w3.org/2001/XMLSchema" xmlns:p="http://schemas.microsoft.com/office/2006/metadata/properties" xmlns:ns1="http://schemas.microsoft.com/sharepoint/v3" xmlns:ns2="5480af4b-b6c5-4b62-abbf-9db793521990" xmlns:ns3="f5f250e4-2cf5-4e3d-922a-2a876ee07fc4" targetNamespace="http://schemas.microsoft.com/office/2006/metadata/properties" ma:root="true" ma:fieldsID="ab69233260927e1bd6ddfe9e60c5ce62" ns1:_="" ns2:_="" ns3:_="">
    <xsd:import namespace="http://schemas.microsoft.com/sharepoint/v3"/>
    <xsd:import namespace="5480af4b-b6c5-4b62-abbf-9db793521990"/>
    <xsd:import namespace="f5f250e4-2cf5-4e3d-922a-2a876ee07f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element ref="ns2:July"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80af4b-b6c5-4b62-abbf-9db7935219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July" ma:index="24" nillable="true" ma:displayName="July" ma:default="2023-01-31T00:00:00Z" ma:format="DateOnly" ma:internalName="July">
      <xsd:simpleType>
        <xsd:restriction base="dms:DateTim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5f250e4-2cf5-4e3d-922a-2a876ee07f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aa707c-1209-4a5e-baba-bf9dbd791563}" ma:internalName="TaxCatchAll" ma:showField="CatchAllData" ma:web="f5f250e4-2cf5-4e3d-922a-2a876ee07f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480af4b-b6c5-4b62-abbf-9db793521990">
      <Terms xmlns="http://schemas.microsoft.com/office/infopath/2007/PartnerControls"/>
    </lcf76f155ced4ddcb4097134ff3c332f>
    <TaxCatchAll xmlns="f5f250e4-2cf5-4e3d-922a-2a876ee07fc4" xsi:nil="true"/>
    <July xmlns="5480af4b-b6c5-4b62-abbf-9db793521990">2023-01-31T00:00:00+00:00</July>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833EDC0-866E-4DC3-8CC5-83B041C91F15}">
  <ds:schemaRefs>
    <ds:schemaRef ds:uri="http://schemas.microsoft.com/sharepoint/v3/contenttype/forms"/>
  </ds:schemaRefs>
</ds:datastoreItem>
</file>

<file path=customXml/itemProps2.xml><?xml version="1.0" encoding="utf-8"?>
<ds:datastoreItem xmlns:ds="http://schemas.openxmlformats.org/officeDocument/2006/customXml" ds:itemID="{2080B887-0E6F-4A31-9619-EC346D26A7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80af4b-b6c5-4b62-abbf-9db793521990"/>
    <ds:schemaRef ds:uri="f5f250e4-2cf5-4e3d-922a-2a876ee07f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6114350-ED84-4028-A932-6660292FDA82}">
  <ds:schemaRefs>
    <ds:schemaRef ds:uri="http://purl.org/dc/terms/"/>
    <ds:schemaRef ds:uri="f5f250e4-2cf5-4e3d-922a-2a876ee07fc4"/>
    <ds:schemaRef ds:uri="http://schemas.microsoft.com/office/infopath/2007/PartnerControls"/>
    <ds:schemaRef ds:uri="http://purl.org/dc/dcmitype/"/>
    <ds:schemaRef ds:uri="http://schemas.microsoft.com/office/2006/documentManagement/types"/>
    <ds:schemaRef ds:uri="http://www.w3.org/XML/1998/namespace"/>
    <ds:schemaRef ds:uri="http://schemas.openxmlformats.org/package/2006/metadata/core-properties"/>
    <ds:schemaRef ds:uri="http://purl.org/dc/elements/1.1/"/>
    <ds:schemaRef ds:uri="http://schemas.microsoft.com/sharepoint/v3"/>
    <ds:schemaRef ds:uri="5480af4b-b6c5-4b62-abbf-9db79352199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UiP001 Master PPT Refresh 20250502 1</Template>
  <TotalTime>9</TotalTime>
  <Words>251</Words>
  <Application>Microsoft Office PowerPoint</Application>
  <PresentationFormat>Custom</PresentationFormat>
  <Paragraphs>46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Primary Presentation Layouts</vt:lpstr>
      <vt:lpstr>Presentation title goes here in maximum 2 lines.</vt:lpstr>
      <vt:lpstr>PowerPoint Presentation</vt:lpstr>
      <vt:lpstr>Problem statement and proposed solution</vt:lpstr>
      <vt:lpstr>PowerPoint Presentation</vt:lpstr>
      <vt:lpstr>PowerPoint Presentation</vt:lpstr>
      <vt:lpstr>PowerPoint Presentation</vt:lpstr>
      <vt:lpstr>Closing message goes here.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Andreea Tomescu</dc:creator>
  <cp:keywords/>
  <dc:description/>
  <cp:lastModifiedBy>Ana-Maria Bulhac</cp:lastModifiedBy>
  <cp:revision>2</cp:revision>
  <dcterms:created xsi:type="dcterms:W3CDTF">2025-06-06T15:41:05Z</dcterms:created>
  <dcterms:modified xsi:type="dcterms:W3CDTF">2026-05-14T18:01:11Z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0x0101006586BB0CA657274B8C976C7E0436D499</vt:lpwstr>
  </property>
  <property fmtid="{D5CDD505-2E9C-101B-9397-08002B2CF9AE}" pid="3" name="MediaServiceImageTags">
    <vt:lpwstr/>
  </property>
</Properties>
</file>